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9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9" r:id="rId6"/>
    <p:sldId id="269" r:id="rId7"/>
    <p:sldId id="263" r:id="rId8"/>
    <p:sldId id="262" r:id="rId9"/>
    <p:sldId id="279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pos="597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D6F7"/>
    <a:srgbClr val="AAD9F8"/>
    <a:srgbClr val="FDFDFD"/>
    <a:srgbClr val="355071"/>
    <a:srgbClr val="3D1460"/>
    <a:srgbClr val="C43309"/>
    <a:srgbClr val="B93308"/>
    <a:srgbClr val="CA3C0A"/>
    <a:srgbClr val="F2F2F2"/>
    <a:srgbClr val="0140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74" autoAdjust="0"/>
  </p:normalViewPr>
  <p:slideViewPr>
    <p:cSldViewPr snapToGrid="0" showGuides="1">
      <p:cViewPr>
        <p:scale>
          <a:sx n="92" d="100"/>
          <a:sy n="92" d="100"/>
        </p:scale>
        <p:origin x="288" y="144"/>
      </p:cViewPr>
      <p:guideLst>
        <p:guide pos="3840"/>
        <p:guide pos="597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76" d="100"/>
          <a:sy n="76" d="100"/>
        </p:scale>
        <p:origin x="4074" y="1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E8BEDA40-91A9-49DC-B402-0EBE674AAE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8CBB508-5589-42E7-A433-D119AC0FFB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99FCB9F-9216-417F-9BD4-A342FB3AE3FA}" type="datetime1">
              <a:rPr lang="ru-RU" smtClean="0"/>
              <a:t>19.10.2026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9232ABA-B33A-4B3B-8412-C1773FBF3D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 4">
            <a:extLst>
              <a:ext uri="{FF2B5EF4-FFF2-40B4-BE49-F238E27FC236}">
                <a16:creationId xmlns:a16="http://schemas.microsoft.com/office/drawing/2014/main" id="{BAB1832E-3B48-42CB-80A7-CD8E48D52D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F1072A3-100F-40A9-915F-8D2D9E6962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35371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1006FF-93FE-4EE6-BEDD-84A3AA0BC492}" type="datetime1">
              <a:rPr lang="ru-RU" smtClean="0"/>
              <a:pPr/>
              <a:t>19.10.2026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9230CFA-805A-4FD3-B3A0-DAAA5993DA17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7989277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54588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9801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93946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48688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30695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2066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smtClean="0"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Прямоугольный треугольник 10">
            <a:extLst>
              <a:ext uri="{FF2B5EF4-FFF2-40B4-BE49-F238E27FC236}">
                <a16:creationId xmlns:a16="http://schemas.microsoft.com/office/drawing/2014/main" id="{A5EA6DDA-2E6E-EE3F-32AC-CA732B3177EE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B107EEE-E966-8BD8-CD2C-09393479A1FD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CF6423ED-937F-7CAE-D319-E4A8984152A1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9CEFCDA8-90BC-9367-B1BC-0AFDF68EE872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05027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392403610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smtClean="0"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Прямоугольный треугольник 18">
            <a:extLst>
              <a:ext uri="{FF2B5EF4-FFF2-40B4-BE49-F238E27FC236}">
                <a16:creationId xmlns:a16="http://schemas.microsoft.com/office/drawing/2014/main" id="{D4E25591-F3C1-F4EE-29A2-5F3E0D301BA2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араллелограмм 16">
            <a:extLst>
              <a:ext uri="{FF2B5EF4-FFF2-40B4-BE49-F238E27FC236}">
                <a16:creationId xmlns:a16="http://schemas.microsoft.com/office/drawing/2014/main" id="{7D61925D-1522-B5AD-AFE6-91196866A20E}"/>
              </a:ext>
            </a:extLst>
          </p:cNvPr>
          <p:cNvSpPr/>
          <p:nvPr userDrawn="1"/>
        </p:nvSpPr>
        <p:spPr>
          <a:xfrm rot="19958790">
            <a:off x="-637324" y="3588176"/>
            <a:ext cx="3860162" cy="1746952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269866FF-4A65-CBB9-EEE5-986156EBCAD1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10090"/>
            <a:ext cx="1785257" cy="9075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B39382E8-4D6D-51F8-76B4-70DE583A84F8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араллелограмм 24">
            <a:extLst>
              <a:ext uri="{FF2B5EF4-FFF2-40B4-BE49-F238E27FC236}">
                <a16:creationId xmlns:a16="http://schemas.microsoft.com/office/drawing/2014/main" id="{505FA29A-A3CE-4714-2C5C-2F2739E4F5C8}"/>
              </a:ext>
            </a:extLst>
          </p:cNvPr>
          <p:cNvSpPr/>
          <p:nvPr userDrawn="1"/>
        </p:nvSpPr>
        <p:spPr>
          <a:xfrm>
            <a:off x="7754112" y="0"/>
            <a:ext cx="2258568" cy="742819"/>
          </a:xfrm>
          <a:prstGeom prst="parallelogram">
            <a:avLst>
              <a:gd name="adj" fmla="val 19585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 noProof="0"/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F9BCABE0-DCA0-428F-6233-26E5A98D0C38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408562"/>
            <a:ext cx="6595353" cy="34031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3E816919-3503-F698-F538-B2642E3844A6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5266944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Параллелограмм 23">
            <a:extLst>
              <a:ext uri="{FF2B5EF4-FFF2-40B4-BE49-F238E27FC236}">
                <a16:creationId xmlns:a16="http://schemas.microsoft.com/office/drawing/2014/main" id="{7C46828F-E93E-AF1F-A710-EFCCB39B6A94}"/>
              </a:ext>
            </a:extLst>
          </p:cNvPr>
          <p:cNvSpPr/>
          <p:nvPr userDrawn="1"/>
        </p:nvSpPr>
        <p:spPr>
          <a:xfrm rot="19958790">
            <a:off x="-139035" y="3407045"/>
            <a:ext cx="1438399" cy="236580"/>
          </a:xfrm>
          <a:prstGeom prst="parallelogram">
            <a:avLst>
              <a:gd name="adj" fmla="val 5321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0067480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10/19/2026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936057409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10/19/2026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698555329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smtClean="0"/>
              <a:t>10/19/2026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6" name="Надпись 20">
            <a:extLst>
              <a:ext uri="{FF2B5EF4-FFF2-40B4-BE49-F238E27FC236}">
                <a16:creationId xmlns:a16="http://schemas.microsoft.com/office/drawing/2014/main" id="{1DA55FF1-3971-7029-80CE-C1F96505F2A9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ru-RU" sz="3400" b="1" noProof="0">
                <a:solidFill>
                  <a:schemeClr val="accent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3253CE83-8650-4FA1-C499-04AD88F53696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9" name="Диагональная полоса 8">
              <a:extLst>
                <a:ext uri="{FF2B5EF4-FFF2-40B4-BE49-F238E27FC236}">
                  <a16:creationId xmlns:a16="http://schemas.microsoft.com/office/drawing/2014/main" id="{D55F1A88-4A72-5BE8-9426-AB9125475323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>
                <a:solidFill>
                  <a:schemeClr val="tx1"/>
                </a:solidFill>
              </a:endParaRPr>
            </a:p>
          </p:txBody>
        </p:sp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DC4F4FB5-78B3-D12D-61F8-4C868C984EA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Параллелограмм 29">
              <a:extLst>
                <a:ext uri="{FF2B5EF4-FFF2-40B4-BE49-F238E27FC236}">
                  <a16:creationId xmlns:a16="http://schemas.microsoft.com/office/drawing/2014/main" id="{5C7EB628-5459-3887-207D-3467B22E2E63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12" name="Параллелограмм 30">
            <a:extLst>
              <a:ext uri="{FF2B5EF4-FFF2-40B4-BE49-F238E27FC236}">
                <a16:creationId xmlns:a16="http://schemas.microsoft.com/office/drawing/2014/main" id="{1AAC5698-41E6-705E-5E62-3F30C3D263B2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7335310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smtClean="0"/>
              <a:t>10/19/2026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5" name="Надпись 17">
            <a:extLst>
              <a:ext uri="{FF2B5EF4-FFF2-40B4-BE49-F238E27FC236}">
                <a16:creationId xmlns:a16="http://schemas.microsoft.com/office/drawing/2014/main" id="{C13E11F0-4FB7-AC23-7592-635473D4B9ED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ru-RU" sz="3400" b="1" noProof="0">
                <a:solidFill>
                  <a:schemeClr val="accent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9D9B53D8-F3D7-C8D9-695F-DFA90E7A178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8" name="Диагональная полоса 7">
              <a:extLst>
                <a:ext uri="{FF2B5EF4-FFF2-40B4-BE49-F238E27FC236}">
                  <a16:creationId xmlns:a16="http://schemas.microsoft.com/office/drawing/2014/main" id="{B15B5751-ADEF-667B-378D-C1BC5FBBD2B4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>
                <a:solidFill>
                  <a:schemeClr val="tx1"/>
                </a:solidFill>
              </a:endParaRPr>
            </a:p>
          </p:txBody>
        </p:sp>
        <p:cxnSp>
          <p:nvCxnSpPr>
            <p:cNvPr id="9" name="Прямая соединительная линия 8">
              <a:extLst>
                <a:ext uri="{FF2B5EF4-FFF2-40B4-BE49-F238E27FC236}">
                  <a16:creationId xmlns:a16="http://schemas.microsoft.com/office/drawing/2014/main" id="{D7477ECB-13C5-981B-6697-1A126ADAF9A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Параллелограмм 9">
              <a:extLst>
                <a:ext uri="{FF2B5EF4-FFF2-40B4-BE49-F238E27FC236}">
                  <a16:creationId xmlns:a16="http://schemas.microsoft.com/office/drawing/2014/main" id="{3B5DD991-F020-BD39-72DF-8B9D5BCE641E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11" name="Параллелограмм 29">
            <a:extLst>
              <a:ext uri="{FF2B5EF4-FFF2-40B4-BE49-F238E27FC236}">
                <a16:creationId xmlns:a16="http://schemas.microsoft.com/office/drawing/2014/main" id="{0FEB0E8C-92AE-AD33-D7FC-7E6FAF66F1E8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5541701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10/19/2026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16597887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smtClean="0"/>
              <a:t>10/19/2026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Прямоугольный треугольник 10">
            <a:extLst>
              <a:ext uri="{FF2B5EF4-FFF2-40B4-BE49-F238E27FC236}">
                <a16:creationId xmlns:a16="http://schemas.microsoft.com/office/drawing/2014/main" id="{C10E7232-C3E3-42F6-016E-19087502F3D5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703DB662-F781-F4CA-0B1D-67ED9EC8AF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73EB4569-F3A7-1952-D0B7-8E64BD3533F0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0AF2F7B1-042A-D83E-1DEC-CD00633D7754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22188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smtClean="0"/>
              <a:t>10/19/2026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903174878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10/19/2026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643990868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10/19/2026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01829784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10/19/2026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254707341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10/19/2026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659295988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10/19/2026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922722746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990977924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99F50C-BE38-4BD0-BA84-9B090E1F2B9B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821857387"/>
      </p:ext>
    </p:extLst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 с изображе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ый треугольник 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Рисунок 24">
            <a:extLst>
              <a:ext uri="{FF2B5EF4-FFF2-40B4-BE49-F238E27FC236}">
                <a16:creationId xmlns:a16="http://schemas.microsoft.com/office/drawing/2014/main" id="{73B47EE6-EDE6-4881-B456-B37D9C1ADE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 title="Название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2006084"/>
            <a:ext cx="4853573" cy="161625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 noProof="0"/>
              <a:t>Щелкните, чтобы изменить стиль образца заголовка</a:t>
            </a:r>
          </a:p>
        </p:txBody>
      </p:sp>
      <p:sp>
        <p:nvSpPr>
          <p:cNvPr id="3" name="Подзаголовок 2" title="Подзаголовок">
            <a:extLst>
              <a:ext uri="{FF2B5EF4-FFF2-40B4-BE49-F238E27FC236}">
                <a16:creationId xmlns:a16="http://schemas.microsoft.com/office/drawing/2014/main" id="{06317687-D49E-41F7-A330-C78C728F0D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75214" y="3640998"/>
            <a:ext cx="4854339" cy="1257574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sz="2400" b="0" i="0" spc="300">
                <a:solidFill>
                  <a:schemeClr val="accent6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ЩЕЛКНИТЕ, ЧТОБЫ ИЗМЕНИТЬ ПОДЗАГОЛОВОК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8225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Разметка текста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 title="Пункты маркированного списка">
            <a:extLst>
              <a:ext uri="{FF2B5EF4-FFF2-40B4-BE49-F238E27FC236}">
                <a16:creationId xmlns:a16="http://schemas.microsoft.com/office/drawing/2014/main" id="{BFD7EA17-BE66-4636-9684-F93562587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3196915"/>
            <a:ext cx="4942829" cy="2958275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Clr>
                <a:schemeClr val="accent2"/>
              </a:buClr>
              <a:defRPr sz="24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000"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24" name="Прямоугольный треугольник 23">
            <a:extLst>
              <a:ext uri="{FF2B5EF4-FFF2-40B4-BE49-F238E27FC236}">
                <a16:creationId xmlns:a16="http://schemas.microsoft.com/office/drawing/2014/main" id="{BD6ACE60-499D-41AB-89C4-D537D7C3D22A}"/>
              </a:ext>
            </a:extLst>
          </p:cNvPr>
          <p:cNvSpPr/>
          <p:nvPr userDrawn="1"/>
        </p:nvSpPr>
        <p:spPr>
          <a:xfrm flipH="1" flipV="1">
            <a:off x="1839686" y="-6"/>
            <a:ext cx="10352314" cy="5638806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5" name="Параллелограмм 24">
            <a:extLst>
              <a:ext uri="{FF2B5EF4-FFF2-40B4-BE49-F238E27FC236}">
                <a16:creationId xmlns:a16="http://schemas.microsoft.com/office/drawing/2014/main" id="{18C08F43-D42B-4CF1-912F-BC83D72AB415}"/>
              </a:ext>
            </a:extLst>
          </p:cNvPr>
          <p:cNvSpPr/>
          <p:nvPr userDrawn="1"/>
        </p:nvSpPr>
        <p:spPr>
          <a:xfrm flipH="1">
            <a:off x="2978150" y="-5"/>
            <a:ext cx="4121150" cy="1308105"/>
          </a:xfrm>
          <a:prstGeom prst="parallelogram">
            <a:avLst>
              <a:gd name="adj" fmla="val 18638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 noProof="0"/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1411C731-2333-41B0-927A-0A48EEC79964}"/>
              </a:ext>
            </a:extLst>
          </p:cNvPr>
          <p:cNvCxnSpPr>
            <a:cxnSpLocks/>
          </p:cNvCxnSpPr>
          <p:nvPr userDrawn="1"/>
        </p:nvCxnSpPr>
        <p:spPr>
          <a:xfrm flipV="1">
            <a:off x="6375400" y="5047077"/>
            <a:ext cx="1524574" cy="1803400"/>
          </a:xfrm>
          <a:prstGeom prst="line">
            <a:avLst/>
          </a:prstGeom>
          <a:ln>
            <a:solidFill>
              <a:srgbClr val="EAB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Текст 4" title="Подзаголовок">
            <a:extLst>
              <a:ext uri="{FF2B5EF4-FFF2-40B4-BE49-F238E27FC236}">
                <a16:creationId xmlns:a16="http://schemas.microsoft.com/office/drawing/2014/main" id="{D71EE635-EA0C-4139-8160-AE1EAD13AAE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31379" y="2563477"/>
            <a:ext cx="7342631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accent6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ru-RU" noProof="0"/>
              <a:t>НАЖМИТЕ ДЛЯ ИЗМЕНЕНИЯ СТИЛЯ ПОДЗАГОЛОВКА</a:t>
            </a:r>
          </a:p>
        </p:txBody>
      </p:sp>
      <p:sp>
        <p:nvSpPr>
          <p:cNvPr id="2" name="Заголовок 1" title="Название ">
            <a:extLst>
              <a:ext uri="{FF2B5EF4-FFF2-40B4-BE49-F238E27FC236}">
                <a16:creationId xmlns:a16="http://schemas.microsoft.com/office/drawing/2014/main" id="{20237B57-91C6-4F8B-8AA0-18FA50B0FD1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31378" y="1308484"/>
            <a:ext cx="7342622" cy="121556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 noProof="0"/>
              <a:t>Щелкните, чтобы изменить </a:t>
            </a:r>
            <a:br>
              <a:rPr lang="ru-RU" noProof="0"/>
            </a:br>
            <a:r>
              <a:rPr lang="ru-RU" noProof="0"/>
              <a:t>Стиль образца заголовка </a:t>
            </a:r>
          </a:p>
        </p:txBody>
      </p:sp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FE1FADFB-0A3D-40F7-9B40-368DECD971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04000" y="0"/>
            <a:ext cx="5588000" cy="6872249"/>
          </a:xfrm>
          <a:custGeom>
            <a:avLst/>
            <a:gdLst>
              <a:gd name="connsiteX0" fmla="*/ 3876237 w 5588000"/>
              <a:gd name="connsiteY0" fmla="*/ 5431883 h 6872249"/>
              <a:gd name="connsiteX1" fmla="*/ 4953000 w 5588000"/>
              <a:gd name="connsiteY1" fmla="*/ 5431883 h 6872249"/>
              <a:gd name="connsiteX2" fmla="*/ 3769163 w 5588000"/>
              <a:gd name="connsiteY2" fmla="*/ 6872249 h 6872249"/>
              <a:gd name="connsiteX3" fmla="*/ 2692400 w 5588000"/>
              <a:gd name="connsiteY3" fmla="*/ 6872249 h 6872249"/>
              <a:gd name="connsiteX4" fmla="*/ 2479230 w 5588000"/>
              <a:gd name="connsiteY4" fmla="*/ 2870200 h 6872249"/>
              <a:gd name="connsiteX5" fmla="*/ 3175000 w 5588000"/>
              <a:gd name="connsiteY5" fmla="*/ 2870200 h 6872249"/>
              <a:gd name="connsiteX6" fmla="*/ 1965770 w 5588000"/>
              <a:gd name="connsiteY6" fmla="*/ 4310566 h 6872249"/>
              <a:gd name="connsiteX7" fmla="*/ 1270000 w 5588000"/>
              <a:gd name="connsiteY7" fmla="*/ 4310566 h 6872249"/>
              <a:gd name="connsiteX8" fmla="*/ 5575300 w 5588000"/>
              <a:gd name="connsiteY8" fmla="*/ 139700 h 6872249"/>
              <a:gd name="connsiteX9" fmla="*/ 5575300 w 5588000"/>
              <a:gd name="connsiteY9" fmla="*/ 3238583 h 6872249"/>
              <a:gd name="connsiteX10" fmla="*/ 2571663 w 5588000"/>
              <a:gd name="connsiteY10" fmla="*/ 6858000 h 6872249"/>
              <a:gd name="connsiteX11" fmla="*/ 0 w 5588000"/>
              <a:gd name="connsiteY11" fmla="*/ 6858000 h 6872249"/>
              <a:gd name="connsiteX12" fmla="*/ 4256761 w 5588000"/>
              <a:gd name="connsiteY12" fmla="*/ 0 h 6872249"/>
              <a:gd name="connsiteX13" fmla="*/ 5588000 w 5588000"/>
              <a:gd name="connsiteY13" fmla="*/ 0 h 6872249"/>
              <a:gd name="connsiteX14" fmla="*/ 3274339 w 5588000"/>
              <a:gd name="connsiteY14" fmla="*/ 2755900 h 6872249"/>
              <a:gd name="connsiteX15" fmla="*/ 1943100 w 5588000"/>
              <a:gd name="connsiteY15" fmla="*/ 2755900 h 687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88000" h="6872249">
                <a:moveTo>
                  <a:pt x="3876237" y="5431883"/>
                </a:moveTo>
                <a:lnTo>
                  <a:pt x="4953000" y="5431883"/>
                </a:lnTo>
                <a:lnTo>
                  <a:pt x="3769163" y="6872249"/>
                </a:lnTo>
                <a:lnTo>
                  <a:pt x="2692400" y="6872249"/>
                </a:lnTo>
                <a:close/>
                <a:moveTo>
                  <a:pt x="2479230" y="2870200"/>
                </a:moveTo>
                <a:lnTo>
                  <a:pt x="3175000" y="2870200"/>
                </a:lnTo>
                <a:lnTo>
                  <a:pt x="1965770" y="4310566"/>
                </a:lnTo>
                <a:lnTo>
                  <a:pt x="1270000" y="4310566"/>
                </a:lnTo>
                <a:close/>
                <a:moveTo>
                  <a:pt x="5575300" y="139700"/>
                </a:moveTo>
                <a:lnTo>
                  <a:pt x="5575300" y="3238583"/>
                </a:lnTo>
                <a:lnTo>
                  <a:pt x="2571663" y="6858000"/>
                </a:lnTo>
                <a:lnTo>
                  <a:pt x="0" y="6858000"/>
                </a:lnTo>
                <a:close/>
                <a:moveTo>
                  <a:pt x="4256761" y="0"/>
                </a:moveTo>
                <a:lnTo>
                  <a:pt x="5588000" y="0"/>
                </a:lnTo>
                <a:lnTo>
                  <a:pt x="3274339" y="2755900"/>
                </a:lnTo>
                <a:lnTo>
                  <a:pt x="1943100" y="27559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ADB14A5-A767-774C-85B8-68EF914689F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B9B51B-EAA9-4B4D-A4F6-470CD95DAA7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153549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415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Сравнение с под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Диагональная полоса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>
                <a:solidFill>
                  <a:schemeClr val="tx1"/>
                </a:solidFill>
              </a:endParaRPr>
            </a:p>
          </p:txBody>
        </p:sp>
        <p:cxnSp>
          <p:nvCxnSpPr>
            <p:cNvPr id="28" name="Прямая соединительная линия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Параллелограмм 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17" name="Текст 2">
            <a:extLst>
              <a:ext uri="{FF2B5EF4-FFF2-40B4-BE49-F238E27FC236}">
                <a16:creationId xmlns:a16="http://schemas.microsoft.com/office/drawing/2014/main" id="{B2E19FBD-2379-4B3B-910D-F51E007CB63F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520698" y="2104888"/>
            <a:ext cx="5475290" cy="781188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18" name="Объект 3" title="Пункты маркированного списка">
            <a:extLst>
              <a:ext uri="{FF2B5EF4-FFF2-40B4-BE49-F238E27FC236}">
                <a16:creationId xmlns:a16="http://schemas.microsoft.com/office/drawing/2014/main" id="{8715E757-6584-4841-8154-C92E70E0CD6B}"/>
              </a:ext>
            </a:extLst>
          </p:cNvPr>
          <p:cNvSpPr>
            <a:spLocks noGrp="1"/>
          </p:cNvSpPr>
          <p:nvPr userDrawn="1">
            <p:ph sz="half" idx="13"/>
          </p:nvPr>
        </p:nvSpPr>
        <p:spPr>
          <a:xfrm>
            <a:off x="520698" y="2886076"/>
            <a:ext cx="5475290" cy="323214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IN" dirty="0">
                <a:solidFill>
                  <a:schemeClr val="tx1"/>
                </a:solidFill>
              </a:defRPr>
            </a:lvl5pPr>
          </a:lstStyle>
          <a:p>
            <a:pPr lvl="0" rtl="0">
              <a:buClr>
                <a:schemeClr val="accent2"/>
              </a:buClr>
            </a:pPr>
            <a:r>
              <a:rPr lang="ru-RU" noProof="0"/>
              <a:t>Образец текста</a:t>
            </a:r>
          </a:p>
          <a:p>
            <a:pPr lvl="1" rtl="0">
              <a:buClr>
                <a:schemeClr val="accent2"/>
              </a:buClr>
            </a:pPr>
            <a:r>
              <a:rPr lang="ru-RU" noProof="0"/>
              <a:t>Второй уровень</a:t>
            </a:r>
          </a:p>
          <a:p>
            <a:pPr lvl="2" rtl="0">
              <a:buClr>
                <a:schemeClr val="accent2"/>
              </a:buClr>
            </a:pPr>
            <a:r>
              <a:rPr lang="ru-RU" noProof="0"/>
              <a:t>Третий уровень</a:t>
            </a:r>
          </a:p>
          <a:p>
            <a:pPr lvl="3" rtl="0">
              <a:buClr>
                <a:schemeClr val="accent2"/>
              </a:buClr>
            </a:pPr>
            <a:r>
              <a:rPr lang="ru-RU" noProof="0"/>
              <a:t>Четвертый уровень</a:t>
            </a:r>
          </a:p>
          <a:p>
            <a:pPr lvl="4" rtl="0">
              <a:buClr>
                <a:schemeClr val="accent2"/>
              </a:buClr>
            </a:pPr>
            <a:r>
              <a:rPr lang="ru-RU" noProof="0"/>
              <a:t>Пятый уровень</a:t>
            </a:r>
          </a:p>
        </p:txBody>
      </p:sp>
      <p:sp>
        <p:nvSpPr>
          <p:cNvPr id="19" name="Текст 4">
            <a:extLst>
              <a:ext uri="{FF2B5EF4-FFF2-40B4-BE49-F238E27FC236}">
                <a16:creationId xmlns:a16="http://schemas.microsoft.com/office/drawing/2014/main" id="{47CDC5A2-8836-4ED3-8E78-18C24853D882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6186713" y="2104888"/>
            <a:ext cx="5475600" cy="781188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20" name="Объект 5" title="Пункты маркированного списка">
            <a:extLst>
              <a:ext uri="{FF2B5EF4-FFF2-40B4-BE49-F238E27FC236}">
                <a16:creationId xmlns:a16="http://schemas.microsoft.com/office/drawing/2014/main" id="{D957FBD7-2C3C-4DD1-954F-DF1E007BE590}"/>
              </a:ext>
            </a:extLst>
          </p:cNvPr>
          <p:cNvSpPr>
            <a:spLocks noGrp="1"/>
          </p:cNvSpPr>
          <p:nvPr userDrawn="1">
            <p:ph sz="quarter" idx="15"/>
          </p:nvPr>
        </p:nvSpPr>
        <p:spPr>
          <a:xfrm>
            <a:off x="6186713" y="2886076"/>
            <a:ext cx="5475600" cy="323214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IN" dirty="0">
                <a:solidFill>
                  <a:schemeClr val="tx1"/>
                </a:solidFill>
              </a:defRPr>
            </a:lvl5pPr>
          </a:lstStyle>
          <a:p>
            <a:pPr lvl="0" rtl="0">
              <a:buClr>
                <a:schemeClr val="accent2"/>
              </a:buClr>
            </a:pPr>
            <a:r>
              <a:rPr lang="ru-RU" noProof="0"/>
              <a:t>Образец текста</a:t>
            </a:r>
          </a:p>
          <a:p>
            <a:pPr lvl="1" rtl="0">
              <a:buClr>
                <a:schemeClr val="accent2"/>
              </a:buClr>
            </a:pPr>
            <a:r>
              <a:rPr lang="ru-RU" noProof="0"/>
              <a:t>Второй уровень</a:t>
            </a:r>
          </a:p>
          <a:p>
            <a:pPr lvl="2" rtl="0">
              <a:buClr>
                <a:schemeClr val="accent2"/>
              </a:buClr>
            </a:pPr>
            <a:r>
              <a:rPr lang="ru-RU" noProof="0"/>
              <a:t>Третий уровень</a:t>
            </a:r>
          </a:p>
          <a:p>
            <a:pPr lvl="3" rtl="0">
              <a:buClr>
                <a:schemeClr val="accent2"/>
              </a:buClr>
            </a:pPr>
            <a:r>
              <a:rPr lang="ru-RU" noProof="0"/>
              <a:t>Четвертый уровень</a:t>
            </a:r>
          </a:p>
          <a:p>
            <a:pPr lvl="4" rtl="0">
              <a:buClr>
                <a:schemeClr val="accent2"/>
              </a:buClr>
            </a:pPr>
            <a:r>
              <a:rPr lang="ru-RU" noProof="0"/>
              <a:t>Пятый уровень</a:t>
            </a:r>
          </a:p>
        </p:txBody>
      </p:sp>
      <p:sp>
        <p:nvSpPr>
          <p:cNvPr id="24" name="Текст 4" title="Подзаголовок">
            <a:extLst>
              <a:ext uri="{FF2B5EF4-FFF2-40B4-BE49-F238E27FC236}">
                <a16:creationId xmlns:a16="http://schemas.microsoft.com/office/drawing/2014/main" id="{77DB65FF-A89E-4562-8251-2BB63EFDD28E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accent6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ru-RU" noProof="0"/>
              <a:t>НАЖМИТЕ ДЛЯ ИЗМЕНЕНИЯ СТИЛЯ ПОДЗАГОЛОВКА</a:t>
            </a:r>
          </a:p>
        </p:txBody>
      </p:sp>
      <p:sp>
        <p:nvSpPr>
          <p:cNvPr id="25" name="Надпись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ru-RU" sz="3400" b="1" noProof="0">
                <a:solidFill>
                  <a:schemeClr val="accent1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Параллелограмм 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ru-RU" noProof="0"/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27" name="Заголовок 1" title="Название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 noProof="0"/>
              <a:t>Щелкните, чтобы изменить стиль заголовка образца слайда </a:t>
            </a:r>
          </a:p>
        </p:txBody>
      </p:sp>
    </p:spTree>
    <p:extLst>
      <p:ext uri="{BB962C8B-B14F-4D97-AF65-F5344CB8AC3E}">
        <p14:creationId xmlns:p14="http://schemas.microsoft.com/office/powerpoint/2010/main" val="832656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раздела с изображе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ый треугольник 18">
            <a:extLst>
              <a:ext uri="{FF2B5EF4-FFF2-40B4-BE49-F238E27FC236}">
                <a16:creationId xmlns:a16="http://schemas.microsoft.com/office/drawing/2014/main" id="{71D0E8AA-902F-440D-9C55-2A391C22396A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7" name="Параллелограмм 16">
            <a:extLst>
              <a:ext uri="{FF2B5EF4-FFF2-40B4-BE49-F238E27FC236}">
                <a16:creationId xmlns:a16="http://schemas.microsoft.com/office/drawing/2014/main" id="{7D937721-835D-4D84-94A3-6C79D4639514}"/>
              </a:ext>
            </a:extLst>
          </p:cNvPr>
          <p:cNvSpPr/>
          <p:nvPr userDrawn="1"/>
        </p:nvSpPr>
        <p:spPr>
          <a:xfrm rot="19958790">
            <a:off x="-637324" y="3588176"/>
            <a:ext cx="3860162" cy="1746952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732BB30B-8262-4715-998F-AAF6A81ADF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10090"/>
            <a:ext cx="1785257" cy="9075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Заголовок 1" title="Название">
            <a:extLst>
              <a:ext uri="{FF2B5EF4-FFF2-40B4-BE49-F238E27FC236}">
                <a16:creationId xmlns:a16="http://schemas.microsoft.com/office/drawing/2014/main" id="{4D7EF399-DAA5-44EC-B712-79C755FE84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3842" y="1987420"/>
            <a:ext cx="4911633" cy="1789855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4000" b="1">
                <a:solidFill>
                  <a:schemeClr val="accent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rtl="0"/>
            <a:r>
              <a:rPr lang="ru-RU" noProof="0"/>
              <a:t>Щелкните, чтобы изменить стиль образца заголовка</a:t>
            </a:r>
          </a:p>
        </p:txBody>
      </p:sp>
      <p:sp>
        <p:nvSpPr>
          <p:cNvPr id="101" name="Текст 2" title="Подзаголовок">
            <a:extLst>
              <a:ext uri="{FF2B5EF4-FFF2-40B4-BE49-F238E27FC236}">
                <a16:creationId xmlns:a16="http://schemas.microsoft.com/office/drawing/2014/main" id="{26D13BFA-61B0-402F-8611-02D3DFDBEB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3842" y="3792046"/>
            <a:ext cx="4911633" cy="91058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2000" b="0" i="0" spc="300">
                <a:solidFill>
                  <a:schemeClr val="accent6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ИЗМЕНИТЬ ОБРАЗЕЦ ТЕКСТА</a:t>
            </a:r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DA0A0C24-D997-4E78-951F-AFB51C70EFC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Параллелограмм 24">
            <a:extLst>
              <a:ext uri="{FF2B5EF4-FFF2-40B4-BE49-F238E27FC236}">
                <a16:creationId xmlns:a16="http://schemas.microsoft.com/office/drawing/2014/main" id="{E123A0CF-50D6-46EC-8BF6-43E38AFCD588}"/>
              </a:ext>
            </a:extLst>
          </p:cNvPr>
          <p:cNvSpPr/>
          <p:nvPr userDrawn="1"/>
        </p:nvSpPr>
        <p:spPr>
          <a:xfrm>
            <a:off x="7754112" y="0"/>
            <a:ext cx="2258568" cy="742819"/>
          </a:xfrm>
          <a:prstGeom prst="parallelogram">
            <a:avLst>
              <a:gd name="adj" fmla="val 19585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 noProof="0"/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2B2F1D2E-B631-4CB1-9448-2B50F8C463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408562"/>
            <a:ext cx="6595353" cy="34031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Рисунок 26">
            <a:extLst>
              <a:ext uri="{FF2B5EF4-FFF2-40B4-BE49-F238E27FC236}">
                <a16:creationId xmlns:a16="http://schemas.microsoft.com/office/drawing/2014/main" id="{95572AA9-EFAE-4771-B1EE-47E3611737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5CF69447-82AD-475F-A3AE-3D7FF61DBFE2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5266944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Параллелограмм 23">
            <a:extLst>
              <a:ext uri="{FF2B5EF4-FFF2-40B4-BE49-F238E27FC236}">
                <a16:creationId xmlns:a16="http://schemas.microsoft.com/office/drawing/2014/main" id="{FC8C82F3-94EE-4B4F-A01D-993A41BC00B1}"/>
              </a:ext>
            </a:extLst>
          </p:cNvPr>
          <p:cNvSpPr/>
          <p:nvPr userDrawn="1"/>
        </p:nvSpPr>
        <p:spPr>
          <a:xfrm rot="19958790">
            <a:off x="-139035" y="3407045"/>
            <a:ext cx="1438399" cy="236580"/>
          </a:xfrm>
          <a:prstGeom prst="parallelogram">
            <a:avLst>
              <a:gd name="adj" fmla="val 53218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058045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  <p15:guide id="3" pos="143">
          <p15:clr>
            <a:srgbClr val="FBAE40"/>
          </p15:clr>
        </p15:guide>
        <p15:guide id="4" orient="horz" pos="4170">
          <p15:clr>
            <a:srgbClr val="FBAE40"/>
          </p15:clr>
        </p15:guide>
        <p15:guide id="5" pos="7537">
          <p15:clr>
            <a:srgbClr val="FBAE40"/>
          </p15:clr>
        </p15:guide>
        <p15:guide id="6" orient="horz" pos="14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Надпись 15">
            <a:extLst>
              <a:ext uri="{FF2B5EF4-FFF2-40B4-BE49-F238E27FC236}">
                <a16:creationId xmlns:a16="http://schemas.microsoft.com/office/drawing/2014/main" id="{A4F49194-9068-41AA-B460-962319BF96A4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ru-RU" sz="3400" b="1" noProof="0">
                <a:solidFill>
                  <a:schemeClr val="accent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5806E656-313A-47B1-B381-D004200F7A01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9" name="Диагональная полоса 28">
              <a:extLst>
                <a:ext uri="{FF2B5EF4-FFF2-40B4-BE49-F238E27FC236}">
                  <a16:creationId xmlns:a16="http://schemas.microsoft.com/office/drawing/2014/main" id="{65F8E2DA-4BB4-4421-9172-A11AF38DFEF4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>
                <a:solidFill>
                  <a:schemeClr val="tx1"/>
                </a:solidFill>
              </a:endParaRPr>
            </a:p>
          </p:txBody>
        </p:sp>
        <p:cxnSp>
          <p:nvCxnSpPr>
            <p:cNvPr id="30" name="Прямая соединительная линия 29">
              <a:extLst>
                <a:ext uri="{FF2B5EF4-FFF2-40B4-BE49-F238E27FC236}">
                  <a16:creationId xmlns:a16="http://schemas.microsoft.com/office/drawing/2014/main" id="{6EDB47F2-B6A7-40B4-8A2C-06719F75C08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Параллелограмм 30">
              <a:extLst>
                <a:ext uri="{FF2B5EF4-FFF2-40B4-BE49-F238E27FC236}">
                  <a16:creationId xmlns:a16="http://schemas.microsoft.com/office/drawing/2014/main" id="{B188E7A9-2351-4B68-98B8-10099CB39CD2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33" name="Параллелограмм 32">
            <a:extLst>
              <a:ext uri="{FF2B5EF4-FFF2-40B4-BE49-F238E27FC236}">
                <a16:creationId xmlns:a16="http://schemas.microsoft.com/office/drawing/2014/main" id="{F088C182-BF10-45B2-B159-7702E00D31D4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ru-RU" noProof="0"/>
          </a:p>
        </p:txBody>
      </p:sp>
      <p:sp>
        <p:nvSpPr>
          <p:cNvPr id="34" name="Текст 4" title="Подзаголовок">
            <a:extLst>
              <a:ext uri="{FF2B5EF4-FFF2-40B4-BE49-F238E27FC236}">
                <a16:creationId xmlns:a16="http://schemas.microsoft.com/office/drawing/2014/main" id="{FB561B16-2788-452A-B7AF-A482256DCD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accent6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ru-RU" noProof="0"/>
              <a:t>НАЖМИТЕ ДЛЯ ИЗМЕНЕНИЯ СТИЛЯ ПОДЗАГОЛОВКА</a:t>
            </a:r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D6990C03-1647-2044-B335-6F5F19E4E5F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F03A7CC-E6DC-1544-BE55-15EC1718B77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17" name="Заголовок 1" title="Название ">
            <a:extLst>
              <a:ext uri="{FF2B5EF4-FFF2-40B4-BE49-F238E27FC236}">
                <a16:creationId xmlns:a16="http://schemas.microsoft.com/office/drawing/2014/main" id="{BDEC780E-6412-1344-A62E-6B84E9CCB6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 noProof="0"/>
              <a:t>Щелкните, чтобы изменить стиль заголовка образца слайда 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C82AC85-33B6-2B49-8BF4-0841444437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1814" y="2005762"/>
            <a:ext cx="5225764" cy="4083888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Добавьте текст здесь</a:t>
            </a:r>
          </a:p>
        </p:txBody>
      </p:sp>
      <p:sp>
        <p:nvSpPr>
          <p:cNvPr id="20" name="Диаграмма 2" title="Диаграмма">
            <a:extLst>
              <a:ext uri="{FF2B5EF4-FFF2-40B4-BE49-F238E27FC236}">
                <a16:creationId xmlns:a16="http://schemas.microsoft.com/office/drawing/2014/main" id="{0EF0FD2A-B62A-4931-846D-2602DED26606}"/>
              </a:ext>
            </a:extLst>
          </p:cNvPr>
          <p:cNvSpPr>
            <a:spLocks noGrp="1"/>
          </p:cNvSpPr>
          <p:nvPr>
            <p:ph type="chart" sz="quarter" idx="10" hasCustomPrompt="1"/>
          </p:nvPr>
        </p:nvSpPr>
        <p:spPr>
          <a:xfrm>
            <a:off x="5796114" y="2005762"/>
            <a:ext cx="5719397" cy="4084470"/>
          </a:xfrm>
          <a:prstGeom prst="rect">
            <a:avLst/>
          </a:prstGeom>
        </p:spPr>
        <p:txBody>
          <a:bodyPr vert="horz" lIns="91420" tIns="45710" rIns="91420" bIns="45710" rtlCol="0">
            <a:noAutofit/>
          </a:bodyPr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+mn-lt"/>
                <a:cs typeface="CiscoSans ExtraLight"/>
              </a:defRPr>
            </a:lvl1pPr>
          </a:lstStyle>
          <a:p>
            <a:pPr lvl="0" rtl="0"/>
            <a:r>
              <a:rPr lang="ru-RU" noProof="0"/>
              <a:t>Щелкните значок, чтобы добавить диаграмму</a:t>
            </a:r>
          </a:p>
        </p:txBody>
      </p:sp>
    </p:spTree>
    <p:extLst>
      <p:ext uri="{BB962C8B-B14F-4D97-AF65-F5344CB8AC3E}">
        <p14:creationId xmlns:p14="http://schemas.microsoft.com/office/powerpoint/2010/main" val="1964143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аблица 11" title="Таблица">
            <a:extLst>
              <a:ext uri="{FF2B5EF4-FFF2-40B4-BE49-F238E27FC236}">
                <a16:creationId xmlns:a16="http://schemas.microsoft.com/office/drawing/2014/main" id="{7CD3E31F-0AF8-4EB8-B6FA-BD95A2EDA63B}"/>
              </a:ext>
            </a:extLst>
          </p:cNvPr>
          <p:cNvSpPr>
            <a:spLocks noGrp="1"/>
          </p:cNvSpPr>
          <p:nvPr>
            <p:ph type="tbl" sz="quarter" idx="12" hasCustomPrompt="1"/>
          </p:nvPr>
        </p:nvSpPr>
        <p:spPr>
          <a:xfrm>
            <a:off x="531378" y="2664803"/>
            <a:ext cx="10993375" cy="3433180"/>
          </a:xfrm>
          <a:prstGeom prst="rect">
            <a:avLst/>
          </a:prstGeom>
        </p:spPr>
        <p:txBody>
          <a:bodyPr lIns="91420" tIns="45710" rIns="91420" bIns="45710" rtlCol="0">
            <a:noAutofit/>
          </a:bodyPr>
          <a:lstStyle>
            <a:lvl1pPr marL="0" indent="0" algn="ctr"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ru-RU" noProof="0"/>
              <a:t>Щелкните значок, чтобы добавить таблицу</a:t>
            </a:r>
          </a:p>
        </p:txBody>
      </p:sp>
      <p:sp>
        <p:nvSpPr>
          <p:cNvPr id="16" name="Надпись 15">
            <a:extLst>
              <a:ext uri="{FF2B5EF4-FFF2-40B4-BE49-F238E27FC236}">
                <a16:creationId xmlns:a16="http://schemas.microsoft.com/office/drawing/2014/main" id="{B84020D1-D35E-497E-97F1-84A6EA9D048E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ru-RU" sz="3400" b="1" noProof="0">
                <a:solidFill>
                  <a:schemeClr val="accent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36C8A74F-FDDF-48E8-AC2B-A5BD59D7D6A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7" name="Диагональная полоса 26">
              <a:extLst>
                <a:ext uri="{FF2B5EF4-FFF2-40B4-BE49-F238E27FC236}">
                  <a16:creationId xmlns:a16="http://schemas.microsoft.com/office/drawing/2014/main" id="{2D5247F3-E6EB-4003-B1FD-F6200F0738E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>
                <a:solidFill>
                  <a:schemeClr val="tx1"/>
                </a:solidFill>
              </a:endParaRPr>
            </a:p>
          </p:txBody>
        </p:sp>
        <p:cxnSp>
          <p:nvCxnSpPr>
            <p:cNvPr id="28" name="Прямая соединительная линия 27">
              <a:extLst>
                <a:ext uri="{FF2B5EF4-FFF2-40B4-BE49-F238E27FC236}">
                  <a16:creationId xmlns:a16="http://schemas.microsoft.com/office/drawing/2014/main" id="{E9B7D995-9FB8-4461-8AAA-FA8B9A145B6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Параллелограмм 32">
              <a:extLst>
                <a:ext uri="{FF2B5EF4-FFF2-40B4-BE49-F238E27FC236}">
                  <a16:creationId xmlns:a16="http://schemas.microsoft.com/office/drawing/2014/main" id="{849B962F-68BC-4B89-B4D8-D862517534DF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36" name="Параллелограмм 35">
            <a:extLst>
              <a:ext uri="{FF2B5EF4-FFF2-40B4-BE49-F238E27FC236}">
                <a16:creationId xmlns:a16="http://schemas.microsoft.com/office/drawing/2014/main" id="{8006416B-866C-47E5-8480-109B40F9EAA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37" name="Текст 4" title="Подзаголовок">
            <a:extLst>
              <a:ext uri="{FF2B5EF4-FFF2-40B4-BE49-F238E27FC236}">
                <a16:creationId xmlns:a16="http://schemas.microsoft.com/office/drawing/2014/main" id="{FE79FAE9-2A8C-46BA-8738-44CBCF7294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accent6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ru-RU" noProof="0"/>
              <a:t>НАЖМИТЕ ДЛЯ ИЗМЕНЕНИЯ СТИЛЯ ПОДЗАГОЛОВКА</a:t>
            </a:r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5750A33E-CEFE-4D43-9554-513B01B1D3D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A960C75-8FA7-5740-9388-2B5112B2C5B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17" name="Заголовок 1" title="Название ">
            <a:extLst>
              <a:ext uri="{FF2B5EF4-FFF2-40B4-BE49-F238E27FC236}">
                <a16:creationId xmlns:a16="http://schemas.microsoft.com/office/drawing/2014/main" id="{0F525D04-A814-7A4D-9732-11097EA762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 noProof="0"/>
              <a:t>Щелкните, чтобы изменить стиль заголовка образца слайда </a:t>
            </a:r>
          </a:p>
        </p:txBody>
      </p:sp>
    </p:spTree>
    <p:extLst>
      <p:ext uri="{BB962C8B-B14F-4D97-AF65-F5344CB8AC3E}">
        <p14:creationId xmlns:p14="http://schemas.microsoft.com/office/powerpoint/2010/main" val="4030384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Спасиб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3">
            <a:extLst>
              <a:ext uri="{FF2B5EF4-FFF2-40B4-BE49-F238E27FC236}">
                <a16:creationId xmlns:a16="http://schemas.microsoft.com/office/drawing/2014/main" id="{A488AB73-8058-4FB5-9619-FCECCA9F39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2929" y="3461163"/>
            <a:ext cx="3445782" cy="28800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pPr rtl="0"/>
            <a:r>
              <a:rPr lang="ru-RU" noProof="0"/>
              <a:t>Название</a:t>
            </a: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359BE165-3EB5-4C11-8B53-6E98C0BC2E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22929" y="3839451"/>
            <a:ext cx="3445782" cy="28800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pPr rtl="0"/>
            <a:r>
              <a:rPr lang="ru-RU" noProof="0"/>
              <a:t>Номер телефона</a:t>
            </a:r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79D05293-35AD-495F-A7AE-942398090B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22928" y="4216669"/>
            <a:ext cx="3445783" cy="2890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pPr rtl="0"/>
            <a:r>
              <a:rPr lang="ru-RU" noProof="0"/>
              <a:t>Электронная почта </a:t>
            </a:r>
          </a:p>
        </p:txBody>
      </p:sp>
      <p:sp>
        <p:nvSpPr>
          <p:cNvPr id="13" name="Текст 21">
            <a:extLst>
              <a:ext uri="{FF2B5EF4-FFF2-40B4-BE49-F238E27FC236}">
                <a16:creationId xmlns:a16="http://schemas.microsoft.com/office/drawing/2014/main" id="{997A03F2-8D8A-4425-9F56-66DB33CE11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22929" y="4594957"/>
            <a:ext cx="3445782" cy="28800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pPr rtl="0"/>
            <a:r>
              <a:rPr lang="ru-RU" noProof="0"/>
              <a:t>Веб-сайт компании</a:t>
            </a:r>
          </a:p>
        </p:txBody>
      </p:sp>
      <p:sp>
        <p:nvSpPr>
          <p:cNvPr id="14" name="Фигура 4157">
            <a:extLst>
              <a:ext uri="{FF2B5EF4-FFF2-40B4-BE49-F238E27FC236}">
                <a16:creationId xmlns:a16="http://schemas.microsoft.com/office/drawing/2014/main" id="{A30A8F28-98F4-425F-A750-78192A157DF4}"/>
              </a:ext>
            </a:extLst>
          </p:cNvPr>
          <p:cNvSpPr/>
          <p:nvPr userDrawn="1"/>
        </p:nvSpPr>
        <p:spPr>
          <a:xfrm>
            <a:off x="6458938" y="3505247"/>
            <a:ext cx="258875" cy="258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rtlCol="0" anchor="ctr"/>
          <a:lstStyle/>
          <a:p>
            <a:pPr algn="ctr" defTabSz="457200" rtl="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ru-RU" noProof="0"/>
          </a:p>
        </p:txBody>
      </p:sp>
      <p:sp>
        <p:nvSpPr>
          <p:cNvPr id="15" name="Фигура 4186">
            <a:extLst>
              <a:ext uri="{FF2B5EF4-FFF2-40B4-BE49-F238E27FC236}">
                <a16:creationId xmlns:a16="http://schemas.microsoft.com/office/drawing/2014/main" id="{2F84D399-8148-4E86-A1E4-BE7D1D81383A}"/>
              </a:ext>
            </a:extLst>
          </p:cNvPr>
          <p:cNvSpPr/>
          <p:nvPr userDrawn="1"/>
        </p:nvSpPr>
        <p:spPr>
          <a:xfrm>
            <a:off x="6507622" y="3897986"/>
            <a:ext cx="161507" cy="2960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rtlCol="0" anchor="ctr"/>
          <a:lstStyle/>
          <a:p>
            <a:pPr algn="ctr" defTabSz="457200" rtl="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ru-RU" noProof="0"/>
          </a:p>
        </p:txBody>
      </p:sp>
      <p:sp>
        <p:nvSpPr>
          <p:cNvPr id="19" name="Фигура 4379">
            <a:extLst>
              <a:ext uri="{FF2B5EF4-FFF2-40B4-BE49-F238E27FC236}">
                <a16:creationId xmlns:a16="http://schemas.microsoft.com/office/drawing/2014/main" id="{E4408FF8-E342-42F8-BBE9-1220822B5E99}"/>
              </a:ext>
            </a:extLst>
          </p:cNvPr>
          <p:cNvSpPr/>
          <p:nvPr userDrawn="1"/>
        </p:nvSpPr>
        <p:spPr>
          <a:xfrm>
            <a:off x="6458938" y="4327945"/>
            <a:ext cx="258875" cy="1882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rtlCol="0" anchor="ctr"/>
          <a:lstStyle/>
          <a:p>
            <a:pPr algn="ctr" defTabSz="457200" rtl="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ru-RU" noProof="0"/>
          </a:p>
        </p:txBody>
      </p:sp>
      <p:sp>
        <p:nvSpPr>
          <p:cNvPr id="20" name="Фигура 4487">
            <a:extLst>
              <a:ext uri="{FF2B5EF4-FFF2-40B4-BE49-F238E27FC236}">
                <a16:creationId xmlns:a16="http://schemas.microsoft.com/office/drawing/2014/main" id="{11D27456-C005-4109-9E74-0B692200A0B3}"/>
              </a:ext>
            </a:extLst>
          </p:cNvPr>
          <p:cNvSpPr/>
          <p:nvPr userDrawn="1"/>
        </p:nvSpPr>
        <p:spPr>
          <a:xfrm>
            <a:off x="6471716" y="4650082"/>
            <a:ext cx="233318" cy="2333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rtlCol="0" anchor="ctr"/>
          <a:lstStyle/>
          <a:p>
            <a:pPr algn="ctr" defTabSz="457200" rtl="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ru-RU" noProof="0"/>
          </a:p>
        </p:txBody>
      </p:sp>
      <p:sp>
        <p:nvSpPr>
          <p:cNvPr id="21" name="Прямоугольный треугольник 20">
            <a:extLst>
              <a:ext uri="{FF2B5EF4-FFF2-40B4-BE49-F238E27FC236}">
                <a16:creationId xmlns:a16="http://schemas.microsoft.com/office/drawing/2014/main" id="{FDDD2B84-3CB9-4567-8C91-C538E8A1C89F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34EF3020-1476-41B1-9FE7-B476A25C53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B1B64EC3-B232-415D-8E27-EB3E24D13922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2261CE2F-F199-4242-AC6C-692676B81FF1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Рисунок 24">
            <a:extLst>
              <a:ext uri="{FF2B5EF4-FFF2-40B4-BE49-F238E27FC236}">
                <a16:creationId xmlns:a16="http://schemas.microsoft.com/office/drawing/2014/main" id="{89C0506D-0CA6-4583-9D04-24E7F4D16A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2" name="Заголовок 1" title="Название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1821022"/>
            <a:ext cx="4853573" cy="161625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стиль образца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0162166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рупная фотограф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ый треугольник 3">
            <a:extLst>
              <a:ext uri="{FF2B5EF4-FFF2-40B4-BE49-F238E27FC236}">
                <a16:creationId xmlns:a16="http://schemas.microsoft.com/office/drawing/2014/main" id="{79ED029D-F488-47E5-B064-0E35B31D23A5}"/>
              </a:ext>
            </a:extLst>
          </p:cNvPr>
          <p:cNvSpPr/>
          <p:nvPr userDrawn="1"/>
        </p:nvSpPr>
        <p:spPr>
          <a:xfrm flipV="1">
            <a:off x="0" y="-5"/>
            <a:ext cx="11747500" cy="6299203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Рисунок 31" title="Изображение">
            <a:extLst>
              <a:ext uri="{FF2B5EF4-FFF2-40B4-BE49-F238E27FC236}">
                <a16:creationId xmlns:a16="http://schemas.microsoft.com/office/drawing/2014/main" id="{D683190A-95C6-428D-AEE4-FC8350C3246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59229" y="326570"/>
            <a:ext cx="11473542" cy="62048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0" tIns="0" rtlCol="0" anchor="ctr"/>
          <a:lstStyle>
            <a:lvl1pPr marL="0" indent="0" algn="ctr">
              <a:buNone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/>
              <a:t>Вставьте или перетащите изображение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F78F4957-6DDE-40CE-9D33-00B1434FA08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5344886"/>
            <a:ext cx="2362200" cy="12409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1" title="Название ">
            <a:extLst>
              <a:ext uri="{FF2B5EF4-FFF2-40B4-BE49-F238E27FC236}">
                <a16:creationId xmlns:a16="http://schemas.microsoft.com/office/drawing/2014/main" id="{D9A8085F-72C4-4DFB-813E-C5666B0CC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229" y="558802"/>
            <a:ext cx="8333222" cy="939798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lIns="288000" rtlCol="0" anchor="ctr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Добавьте подпись</a:t>
            </a:r>
          </a:p>
        </p:txBody>
      </p:sp>
    </p:spTree>
    <p:extLst>
      <p:ext uri="{BB962C8B-B14F-4D97-AF65-F5344CB8AC3E}">
        <p14:creationId xmlns:p14="http://schemas.microsoft.com/office/powerpoint/2010/main" val="42375767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ый треугольник 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 title="Название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2006084"/>
            <a:ext cx="4853573" cy="161625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 noProof="0"/>
              <a:t>Щелкните, чтобы изменить стиль образца заголовка</a:t>
            </a:r>
          </a:p>
        </p:txBody>
      </p:sp>
      <p:sp>
        <p:nvSpPr>
          <p:cNvPr id="3" name="Подзаголовок 2" title="Подзаголовок">
            <a:extLst>
              <a:ext uri="{FF2B5EF4-FFF2-40B4-BE49-F238E27FC236}">
                <a16:creationId xmlns:a16="http://schemas.microsoft.com/office/drawing/2014/main" id="{06317687-D49E-41F7-A330-C78C728F0D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75214" y="3640998"/>
            <a:ext cx="4854339" cy="1257574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sz="2400" b="0" i="0" spc="300">
                <a:solidFill>
                  <a:schemeClr val="accent6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ЩЕЛКНИТЕ, ЧТОБЫ ИЗМЕНИТЬ СТИЛЬ ОБРАЗЦА ПОДЗАГОЛОВКА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45617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ый треугольник 18">
            <a:extLst>
              <a:ext uri="{FF2B5EF4-FFF2-40B4-BE49-F238E27FC236}">
                <a16:creationId xmlns:a16="http://schemas.microsoft.com/office/drawing/2014/main" id="{71D0E8AA-902F-440D-9C55-2A391C22396A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7" name="Параллелограмм 16">
            <a:extLst>
              <a:ext uri="{FF2B5EF4-FFF2-40B4-BE49-F238E27FC236}">
                <a16:creationId xmlns:a16="http://schemas.microsoft.com/office/drawing/2014/main" id="{7D937721-835D-4D84-94A3-6C79D4639514}"/>
              </a:ext>
            </a:extLst>
          </p:cNvPr>
          <p:cNvSpPr/>
          <p:nvPr userDrawn="1"/>
        </p:nvSpPr>
        <p:spPr>
          <a:xfrm rot="19958790">
            <a:off x="-637324" y="3588176"/>
            <a:ext cx="3860162" cy="1746952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732BB30B-8262-4715-998F-AAF6A81ADF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10090"/>
            <a:ext cx="1785257" cy="9075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Заголовок 1" title="Название">
            <a:extLst>
              <a:ext uri="{FF2B5EF4-FFF2-40B4-BE49-F238E27FC236}">
                <a16:creationId xmlns:a16="http://schemas.microsoft.com/office/drawing/2014/main" id="{4D7EF399-DAA5-44EC-B712-79C755FE84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3842" y="1987420"/>
            <a:ext cx="4911633" cy="1789855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4000" b="1">
                <a:solidFill>
                  <a:schemeClr val="accent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rtl="0"/>
            <a:r>
              <a:rPr lang="ru-RU" noProof="0"/>
              <a:t>Щелкните, чтобы изменить стиль образца заголовка</a:t>
            </a:r>
          </a:p>
        </p:txBody>
      </p:sp>
      <p:sp>
        <p:nvSpPr>
          <p:cNvPr id="101" name="Текст 2" title="Подзаголовок">
            <a:extLst>
              <a:ext uri="{FF2B5EF4-FFF2-40B4-BE49-F238E27FC236}">
                <a16:creationId xmlns:a16="http://schemas.microsoft.com/office/drawing/2014/main" id="{26D13BFA-61B0-402F-8611-02D3DFDBEB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3842" y="3792046"/>
            <a:ext cx="4911633" cy="91058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2000" b="0" i="0" spc="300">
                <a:solidFill>
                  <a:schemeClr val="accent6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ИЗМЕНИТЬ ОБРАЗЕЦ ТЕКСТА</a:t>
            </a:r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DA0A0C24-D997-4E78-951F-AFB51C70EFC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Параллелограмм 24">
            <a:extLst>
              <a:ext uri="{FF2B5EF4-FFF2-40B4-BE49-F238E27FC236}">
                <a16:creationId xmlns:a16="http://schemas.microsoft.com/office/drawing/2014/main" id="{E123A0CF-50D6-46EC-8BF6-43E38AFCD588}"/>
              </a:ext>
            </a:extLst>
          </p:cNvPr>
          <p:cNvSpPr/>
          <p:nvPr userDrawn="1"/>
        </p:nvSpPr>
        <p:spPr>
          <a:xfrm>
            <a:off x="7754112" y="0"/>
            <a:ext cx="2258568" cy="742819"/>
          </a:xfrm>
          <a:prstGeom prst="parallelogram">
            <a:avLst>
              <a:gd name="adj" fmla="val 19585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 noProof="0"/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2B2F1D2E-B631-4CB1-9448-2B50F8C463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408562"/>
            <a:ext cx="6595353" cy="34031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5CF69447-82AD-475F-A3AE-3D7FF61DBFE2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5266944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Параллелограмм 23">
            <a:extLst>
              <a:ext uri="{FF2B5EF4-FFF2-40B4-BE49-F238E27FC236}">
                <a16:creationId xmlns:a16="http://schemas.microsoft.com/office/drawing/2014/main" id="{FC8C82F3-94EE-4B4F-A01D-993A41BC00B1}"/>
              </a:ext>
            </a:extLst>
          </p:cNvPr>
          <p:cNvSpPr/>
          <p:nvPr userDrawn="1"/>
        </p:nvSpPr>
        <p:spPr>
          <a:xfrm rot="19958790">
            <a:off x="-139035" y="3407045"/>
            <a:ext cx="1438399" cy="236580"/>
          </a:xfrm>
          <a:prstGeom prst="parallelogram">
            <a:avLst>
              <a:gd name="adj" fmla="val 5321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00786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  <p15:guide id="3" pos="143">
          <p15:clr>
            <a:srgbClr val="FBAE40"/>
          </p15:clr>
        </p15:guide>
        <p15:guide id="4" orient="horz" pos="4170">
          <p15:clr>
            <a:srgbClr val="FBAE40"/>
          </p15:clr>
        </p15:guide>
        <p15:guide id="5" pos="7537">
          <p15:clr>
            <a:srgbClr val="FBAE40"/>
          </p15:clr>
        </p15:guide>
        <p15:guide id="6" orient="horz" pos="14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Диагональная полоса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>
                <a:solidFill>
                  <a:schemeClr val="tx1"/>
                </a:solidFill>
              </a:endParaRPr>
            </a:p>
          </p:txBody>
        </p:sp>
        <p:cxnSp>
          <p:nvCxnSpPr>
            <p:cNvPr id="28" name="Прямая соединительная линия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Параллелограмм 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5" name="Надпись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ru-RU" sz="3400" b="1" noProof="0">
                <a:solidFill>
                  <a:schemeClr val="accent6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Параллелограмм 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ru-RU" noProof="0"/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27" name="Заголовок 1" title="Название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 noProof="0"/>
              <a:t>Щелкните, чтобы изменить стиль заголовка образца слайда </a:t>
            </a:r>
          </a:p>
        </p:txBody>
      </p:sp>
      <p:sp>
        <p:nvSpPr>
          <p:cNvPr id="29" name="Объект 2">
            <a:extLst>
              <a:ext uri="{FF2B5EF4-FFF2-40B4-BE49-F238E27FC236}">
                <a16:creationId xmlns:a16="http://schemas.microsoft.com/office/drawing/2014/main" id="{1FAE0C34-9220-45F0-9FC2-9FE7C994E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78" y="1671924"/>
            <a:ext cx="10835122" cy="4505039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5434304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Диагональная полоса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>
                <a:solidFill>
                  <a:schemeClr val="tx1"/>
                </a:solidFill>
              </a:endParaRPr>
            </a:p>
          </p:txBody>
        </p:sp>
        <p:cxnSp>
          <p:nvCxnSpPr>
            <p:cNvPr id="28" name="Прямая соединительная линия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Параллелограмм 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5" name="Надпись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ru-RU" sz="3400" b="1" noProof="0">
                <a:solidFill>
                  <a:schemeClr val="accent6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Параллелограмм 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ru-RU" noProof="0"/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27" name="Заголовок 1" title="Название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 noProof="0"/>
              <a:t>Щелкните, чтобы изменить стиль заголовка образца слайда </a:t>
            </a: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217F9213-0142-420B-A84D-C5627A0C81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9687" y="1651044"/>
            <a:ext cx="5181600" cy="4525919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15" name="Объект 3">
            <a:extLst>
              <a:ext uri="{FF2B5EF4-FFF2-40B4-BE49-F238E27FC236}">
                <a16:creationId xmlns:a16="http://schemas.microsoft.com/office/drawing/2014/main" id="{8014328B-D576-4B5C-A4AE-CF9831892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51044"/>
            <a:ext cx="5181600" cy="4525919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284813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Диагональная полоса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>
                <a:solidFill>
                  <a:schemeClr val="tx1"/>
                </a:solidFill>
              </a:endParaRPr>
            </a:p>
          </p:txBody>
        </p:sp>
        <p:cxnSp>
          <p:nvCxnSpPr>
            <p:cNvPr id="28" name="Прямая соединительная линия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Параллелограмм 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5" name="Надпись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ru-RU" sz="3400" b="1" noProof="0">
                <a:solidFill>
                  <a:schemeClr val="accent6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Параллелограмм 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ru-RU" noProof="0"/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27" name="Заголовок 1" title="Название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 noProof="0"/>
              <a:t>Щелкните, чтобы изменить стиль заголовка образца слайда </a:t>
            </a:r>
          </a:p>
        </p:txBody>
      </p:sp>
      <p:sp>
        <p:nvSpPr>
          <p:cNvPr id="18" name="Текст 2">
            <a:extLst>
              <a:ext uri="{FF2B5EF4-FFF2-40B4-BE49-F238E27FC236}">
                <a16:creationId xmlns:a16="http://schemas.microsoft.com/office/drawing/2014/main" id="{82BFF385-445D-4DBB-9773-F99669415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678" y="1681163"/>
            <a:ext cx="5382501" cy="823912"/>
          </a:xfrm>
          <a:prstGeom prst="rect">
            <a:avLst/>
          </a:prstGeom>
        </p:spPr>
        <p:txBody>
          <a:bodyPr rtlCol="0" anchor="b"/>
          <a:lstStyle>
            <a:lvl1pPr marL="0" indent="0">
              <a:buNone/>
              <a:defRPr lang="en-US" b="1" dirty="0">
                <a:solidFill>
                  <a:schemeClr val="accent6"/>
                </a:solidFill>
              </a:defRPr>
            </a:lvl1pPr>
          </a:lstStyle>
          <a:p>
            <a:pPr marL="228600" lvl="0" indent="-228600" rtl="0"/>
            <a:r>
              <a:rPr lang="ru-RU" noProof="0"/>
              <a:t>Образец текста</a:t>
            </a:r>
          </a:p>
        </p:txBody>
      </p:sp>
      <p:sp>
        <p:nvSpPr>
          <p:cNvPr id="20" name="Текст 4">
            <a:extLst>
              <a:ext uri="{FF2B5EF4-FFF2-40B4-BE49-F238E27FC236}">
                <a16:creationId xmlns:a16="http://schemas.microsoft.com/office/drawing/2014/main" id="{311B1CFE-1B35-4B5C-B40A-DC5ADF211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rtlCol="0" anchor="b"/>
          <a:lstStyle>
            <a:lvl1pPr marL="0" indent="0">
              <a:buNone/>
              <a:defRPr sz="24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21" name="Объект 5">
            <a:extLst>
              <a:ext uri="{FF2B5EF4-FFF2-40B4-BE49-F238E27FC236}">
                <a16:creationId xmlns:a16="http://schemas.microsoft.com/office/drawing/2014/main" id="{1CE840E8-D596-479D-AE97-E88F42DC1B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24" name="Объект 3">
            <a:extLst>
              <a:ext uri="{FF2B5EF4-FFF2-40B4-BE49-F238E27FC236}">
                <a16:creationId xmlns:a16="http://schemas.microsoft.com/office/drawing/2014/main" id="{B9A68D25-B19E-4E84-B65D-596EE8382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678" y="2505075"/>
            <a:ext cx="5391749" cy="36845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452267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ый треугольник 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">
            <a:extLst>
              <a:ext uri="{FF2B5EF4-FFF2-40B4-BE49-F238E27FC236}">
                <a16:creationId xmlns:a16="http://schemas.microsoft.com/office/drawing/2014/main" id="{BDEAC3CA-E21C-4A63-BE7D-DCC820552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9170" y="5701069"/>
            <a:ext cx="5311516" cy="931505"/>
          </a:xfrm>
          <a:prstGeom prst="rect">
            <a:avLst/>
          </a:prstGeom>
        </p:spPr>
        <p:txBody>
          <a:bodyPr rtlCol="0"/>
          <a:lstStyle>
            <a:lvl1pPr marL="0" indent="0" algn="r">
              <a:buFont typeface="Arial" panose="020B0604020202020204" pitchFamily="34" charset="0"/>
              <a:buNone/>
              <a:defRPr sz="1600">
                <a:solidFill>
                  <a:schemeClr val="accent6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C9A1E80C-1A76-4D3E-92A1-846866867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1316" y="2290713"/>
            <a:ext cx="5803672" cy="4341862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2"/>
              </a:buClr>
              <a:defRPr sz="2400"/>
            </a:lvl1pPr>
            <a:lvl2pPr>
              <a:buClr>
                <a:schemeClr val="accent2"/>
              </a:buClr>
              <a:defRPr sz="2000"/>
            </a:lvl2pPr>
            <a:lvl3pPr>
              <a:buClr>
                <a:schemeClr val="accent2"/>
              </a:buClr>
              <a:defRPr sz="1800"/>
            </a:lvl3pPr>
            <a:lvl4pPr>
              <a:buClr>
                <a:schemeClr val="accent2"/>
              </a:buClr>
              <a:defRPr sz="1600"/>
            </a:lvl4pPr>
            <a:lvl5pPr>
              <a:buClr>
                <a:schemeClr val="accent2"/>
              </a:buCl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10" name="Прямоугольный треугольник 10">
            <a:extLst>
              <a:ext uri="{FF2B5EF4-FFF2-40B4-BE49-F238E27FC236}">
                <a16:creationId xmlns:a16="http://schemas.microsoft.com/office/drawing/2014/main" id="{ED37F377-8A2B-4717-9BE8-74D809D3C464}"/>
              </a:ext>
            </a:extLst>
          </p:cNvPr>
          <p:cNvSpPr/>
          <p:nvPr userDrawn="1"/>
        </p:nvSpPr>
        <p:spPr>
          <a:xfrm flipV="1">
            <a:off x="0" y="-9531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 title="Название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70" y="4374036"/>
            <a:ext cx="5311516" cy="1327031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43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стиль образца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552653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ый треугольник 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 title="Название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70" y="4374036"/>
            <a:ext cx="5311516" cy="1327031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43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 noProof="0"/>
              <a:t>Щелкните, чтобы изменить стиль образца заголовка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">
            <a:extLst>
              <a:ext uri="{FF2B5EF4-FFF2-40B4-BE49-F238E27FC236}">
                <a16:creationId xmlns:a16="http://schemas.microsoft.com/office/drawing/2014/main" id="{BDEAC3CA-E21C-4A63-BE7D-DCC820552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9170" y="5701069"/>
            <a:ext cx="5311516" cy="931505"/>
          </a:xfrm>
          <a:prstGeom prst="rect">
            <a:avLst/>
          </a:prstGeom>
        </p:spPr>
        <p:txBody>
          <a:bodyPr rtlCol="0"/>
          <a:lstStyle>
            <a:lvl1pPr marL="0" indent="0" algn="r">
              <a:buFont typeface="Arial" panose="020B0604020202020204" pitchFamily="34" charset="0"/>
              <a:buNone/>
              <a:defRPr sz="1600">
                <a:solidFill>
                  <a:schemeClr val="accent6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22728E0A-430E-4C6A-BF56-06FA8510F29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249970" y="2271860"/>
            <a:ext cx="5715017" cy="436071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</p:spTree>
    <p:extLst>
      <p:ext uri="{BB962C8B-B14F-4D97-AF65-F5344CB8AC3E}">
        <p14:creationId xmlns:p14="http://schemas.microsoft.com/office/powerpoint/2010/main" val="26143026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Надпись 17">
            <a:extLst>
              <a:ext uri="{FF2B5EF4-FFF2-40B4-BE49-F238E27FC236}">
                <a16:creationId xmlns:a16="http://schemas.microsoft.com/office/drawing/2014/main" id="{CC52C5C1-EC33-44C1-9D54-A1058BBF1812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ru-RU" sz="3400" b="1" noProof="0">
                <a:solidFill>
                  <a:schemeClr val="accent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8A0030CD-8C9E-4AA5-8C5D-F9B2EDB7E17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7" name="Диагональная полоса 26">
              <a:extLst>
                <a:ext uri="{FF2B5EF4-FFF2-40B4-BE49-F238E27FC236}">
                  <a16:creationId xmlns:a16="http://schemas.microsoft.com/office/drawing/2014/main" id="{872EE65E-EE50-4A3E-861E-1D6C241CB8EA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>
                <a:solidFill>
                  <a:schemeClr val="tx1"/>
                </a:solidFill>
              </a:endParaRPr>
            </a:p>
          </p:txBody>
        </p:sp>
        <p:cxnSp>
          <p:nvCxnSpPr>
            <p:cNvPr id="28" name="Прямая соединительная линия 27">
              <a:extLst>
                <a:ext uri="{FF2B5EF4-FFF2-40B4-BE49-F238E27FC236}">
                  <a16:creationId xmlns:a16="http://schemas.microsoft.com/office/drawing/2014/main" id="{E76AD1EF-E06C-4D3C-9693-26844D01C83C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Параллелограмм 28">
              <a:extLst>
                <a:ext uri="{FF2B5EF4-FFF2-40B4-BE49-F238E27FC236}">
                  <a16:creationId xmlns:a16="http://schemas.microsoft.com/office/drawing/2014/main" id="{57D44C42-44C0-420A-A125-9B1A979D4F56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30" name="Параллелограмм 29">
            <a:extLst>
              <a:ext uri="{FF2B5EF4-FFF2-40B4-BE49-F238E27FC236}">
                <a16:creationId xmlns:a16="http://schemas.microsoft.com/office/drawing/2014/main" id="{406089BB-36DC-4E23-B215-527A8A18FCF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ru-RU" noProof="0"/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578C43A6-50C6-704E-BADC-6D83BADE73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D91439B-965F-3548-AF77-89501B24F6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4199068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Надпись 20">
            <a:extLst>
              <a:ext uri="{FF2B5EF4-FFF2-40B4-BE49-F238E27FC236}">
                <a16:creationId xmlns:a16="http://schemas.microsoft.com/office/drawing/2014/main" id="{7E8A2C98-F26E-415A-B931-1B89CA46C1CF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ru-RU" sz="3400" b="1" noProof="0">
                <a:solidFill>
                  <a:schemeClr val="accent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1B2FB48C-0C70-4DBE-B904-A134B6644DD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8" name="Диагональная полоса 27">
              <a:extLst>
                <a:ext uri="{FF2B5EF4-FFF2-40B4-BE49-F238E27FC236}">
                  <a16:creationId xmlns:a16="http://schemas.microsoft.com/office/drawing/2014/main" id="{4F2E2158-1E6E-4E0D-BDAB-B20041C7361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>
                <a:solidFill>
                  <a:schemeClr val="tx1"/>
                </a:solidFill>
              </a:endParaRPr>
            </a:p>
          </p:txBody>
        </p:sp>
        <p:cxnSp>
          <p:nvCxnSpPr>
            <p:cNvPr id="29" name="Прямая соединительная линия 28">
              <a:extLst>
                <a:ext uri="{FF2B5EF4-FFF2-40B4-BE49-F238E27FC236}">
                  <a16:creationId xmlns:a16="http://schemas.microsoft.com/office/drawing/2014/main" id="{626D62DB-3A5A-4DA1-BFA4-D9E58676E86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Параллелограмм 29">
              <a:extLst>
                <a:ext uri="{FF2B5EF4-FFF2-40B4-BE49-F238E27FC236}">
                  <a16:creationId xmlns:a16="http://schemas.microsoft.com/office/drawing/2014/main" id="{F5A729A7-3A5C-405C-AE06-180E7529E477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31" name="Параллелограмм 30">
            <a:extLst>
              <a:ext uri="{FF2B5EF4-FFF2-40B4-BE49-F238E27FC236}">
                <a16:creationId xmlns:a16="http://schemas.microsoft.com/office/drawing/2014/main" id="{41E23981-B12A-4AC3-A030-337BBBA5E45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ru-RU" noProof="0"/>
          </a:p>
        </p:txBody>
      </p:sp>
      <p:sp>
        <p:nvSpPr>
          <p:cNvPr id="33" name="Заголовок 1" title="Название ">
            <a:extLst>
              <a:ext uri="{FF2B5EF4-FFF2-40B4-BE49-F238E27FC236}">
                <a16:creationId xmlns:a16="http://schemas.microsoft.com/office/drawing/2014/main" id="{59067A2C-FE71-4381-BE51-08DAC5E435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21556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 noProof="0"/>
              <a:t>Щелкните, чтобы изменить стиль заголовка образца слайда </a:t>
            </a:r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CB69A007-934D-7A4B-9EFA-82044EF4DC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A154DC2-98C7-4D4B-A17A-AA4731217F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658419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325CE2EB-00DF-4EBA-BF1F-D37805D45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58918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37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9D6E9DEC-419B-4CC5-A080-3B06BD5A8291}" type="datetimeFigureOut">
              <a:rPr lang="en-US" smtClean="0"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rtl="0"/>
            <a:fld id="{8699F50C-BE38-4BD0-BA84-9B090E1F2B9B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742035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  <p:sldLayoutId id="2147483782" r:id="rId13"/>
    <p:sldLayoutId id="2147483783" r:id="rId14"/>
    <p:sldLayoutId id="2147483784" r:id="rId15"/>
    <p:sldLayoutId id="2147483785" r:id="rId16"/>
    <p:sldLayoutId id="2147483786" r:id="rId17"/>
    <p:sldLayoutId id="2147483787" r:id="rId18"/>
    <p:sldLayoutId id="2147483789" r:id="rId19"/>
    <p:sldLayoutId id="2147483790" r:id="rId20"/>
    <p:sldLayoutId id="2147483791" r:id="rId21"/>
    <p:sldLayoutId id="2147483792" r:id="rId22"/>
    <p:sldLayoutId id="2147483794" r:id="rId23"/>
    <p:sldLayoutId id="2147483795" r:id="rId24"/>
    <p:sldLayoutId id="2147483668" r:id="rId25"/>
    <p:sldLayoutId id="2147483710" r:id="rId26"/>
    <p:sldLayoutId id="2147483711" r:id="rId27"/>
    <p:sldLayoutId id="2147483712" r:id="rId28"/>
    <p:sldLayoutId id="2147483713" r:id="rId29"/>
    <p:sldLayoutId id="2147483714" r:id="rId30"/>
    <p:sldLayoutId id="2147483715" r:id="rId31"/>
    <p:sldLayoutId id="2147483716" r:id="rId32"/>
    <p:sldLayoutId id="2147483692" r:id="rId33"/>
    <p:sldLayoutId id="2147483697" r:id="rId34"/>
    <p:sldLayoutId id="2147483674" r:id="rId35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638ACE-163E-40EB-A458-E794C67EA2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63093" y="2832871"/>
            <a:ext cx="5309733" cy="1616252"/>
          </a:xfrm>
        </p:spPr>
        <p:txBody>
          <a:bodyPr rtlCol="0">
            <a:normAutofit fontScale="90000"/>
          </a:bodyPr>
          <a:lstStyle/>
          <a:p>
            <a:br>
              <a:rPr lang="ru-RU" dirty="0">
                <a:solidFill>
                  <a:srgbClr val="3D1460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проектная работа</a:t>
            </a:r>
            <a:br>
              <a:rPr lang="ru-RU" dirty="0">
                <a:solidFill>
                  <a:srgbClr val="3D1460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демонстрация шифра ГОСТ </a:t>
            </a:r>
            <a:r>
              <a:rPr lang="en-US" altLang="zh-CN" dirty="0">
                <a:solidFill>
                  <a:schemeClr val="tx1"/>
                </a:solidFill>
              </a:rPr>
              <a:t>28147-89 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C9205DF-8F5E-49F7-B00E-6F58293F51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64598" y="5250373"/>
            <a:ext cx="6151493" cy="1303559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ru-RU" sz="1800" dirty="0">
                <a:solidFill>
                  <a:schemeClr val="tx1"/>
                </a:solidFill>
              </a:rPr>
              <a:t>Учащаяся группы 3ПОИС24</a:t>
            </a:r>
          </a:p>
          <a:p>
            <a:pPr rtl="0"/>
            <a:r>
              <a:rPr lang="ru-RU" sz="1800" dirty="0">
                <a:solidFill>
                  <a:schemeClr val="tx1"/>
                </a:solidFill>
              </a:rPr>
              <a:t>Кухальской Миланы Александровны</a:t>
            </a:r>
          </a:p>
          <a:p>
            <a:pPr rtl="0"/>
            <a:r>
              <a:rPr lang="ru-RU" sz="1800" dirty="0">
                <a:solidFill>
                  <a:schemeClr val="tx1"/>
                </a:solidFill>
              </a:rPr>
              <a:t>2026</a:t>
            </a:r>
          </a:p>
        </p:txBody>
      </p:sp>
      <p:grpSp>
        <p:nvGrpSpPr>
          <p:cNvPr id="19" name="Группа 18" descr="Название и логотип компании, группа информации&#10;">
            <a:extLst>
              <a:ext uri="{FF2B5EF4-FFF2-40B4-BE49-F238E27FC236}">
                <a16:creationId xmlns:a16="http://schemas.microsoft.com/office/drawing/2014/main" id="{5B07AEC6-55AE-4E18-BEEA-A226E87C7897}"/>
              </a:ext>
            </a:extLst>
          </p:cNvPr>
          <p:cNvGrpSpPr/>
          <p:nvPr/>
        </p:nvGrpSpPr>
        <p:grpSpPr>
          <a:xfrm>
            <a:off x="1356887" y="2855631"/>
            <a:ext cx="2066272" cy="1093143"/>
            <a:chOff x="1356887" y="2902286"/>
            <a:chExt cx="2066272" cy="1093143"/>
          </a:xfrm>
        </p:grpSpPr>
        <p:sp>
          <p:nvSpPr>
            <p:cNvPr id="20" name="Надпись 19">
              <a:extLst>
                <a:ext uri="{FF2B5EF4-FFF2-40B4-BE49-F238E27FC236}">
                  <a16:creationId xmlns:a16="http://schemas.microsoft.com/office/drawing/2014/main" id="{94DF2E04-7632-4FED-B0BF-8FB243D982A3}"/>
                </a:ext>
              </a:extLst>
            </p:cNvPr>
            <p:cNvSpPr txBox="1"/>
            <p:nvPr/>
          </p:nvSpPr>
          <p:spPr>
            <a:xfrm>
              <a:off x="3238428" y="2902286"/>
              <a:ext cx="184731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rtl="0"/>
              <a:endParaRPr lang="ru-RU" sz="60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21" name="Надпись 20">
              <a:extLst>
                <a:ext uri="{FF2B5EF4-FFF2-40B4-BE49-F238E27FC236}">
                  <a16:creationId xmlns:a16="http://schemas.microsoft.com/office/drawing/2014/main" id="{FC9A1C71-347B-44A9-88B4-692D9731582D}"/>
                </a:ext>
              </a:extLst>
            </p:cNvPr>
            <p:cNvSpPr txBox="1"/>
            <p:nvPr/>
          </p:nvSpPr>
          <p:spPr>
            <a:xfrm>
              <a:off x="1356887" y="3687652"/>
              <a:ext cx="18473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rtl="0"/>
              <a:endParaRPr lang="ru-RU" sz="1400" dirty="0">
                <a:solidFill>
                  <a:schemeClr val="bg1"/>
                </a:solidFill>
                <a:cs typeface="Calibri Light" panose="020F0302020204030204" pitchFamily="34" charset="0"/>
              </a:endParaRP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-432262" y="14328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chemeClr val="bg1"/>
                </a:solidFill>
              </a:rPr>
              <a:t>Оршанский колледж учреждения образования </a:t>
            </a:r>
          </a:p>
          <a:p>
            <a:pPr algn="ctr"/>
            <a:r>
              <a:rPr lang="ru-RU" sz="1600" dirty="0">
                <a:solidFill>
                  <a:schemeClr val="bg1"/>
                </a:solidFill>
              </a:rPr>
              <a:t>«Витебский государственный университет имени П.М. Машерова»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7E1F51B-A18E-2175-1649-768E218A83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1486" y="1529312"/>
            <a:ext cx="4678978" cy="3414390"/>
          </a:xfrm>
          <a:prstGeom prst="rect">
            <a:avLst/>
          </a:prstGeom>
          <a:effectLst>
            <a:innerShdw blurRad="63500" dist="50800" dir="81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3980699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бъект 6">
            <a:extLst>
              <a:ext uri="{FF2B5EF4-FFF2-40B4-BE49-F238E27FC236}">
                <a16:creationId xmlns:a16="http://schemas.microsoft.com/office/drawing/2014/main" id="{2482DBEC-EE72-4155-ACC5-87E80C560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064" y="3164696"/>
            <a:ext cx="7556526" cy="1934989"/>
          </a:xfrm>
        </p:spPr>
        <p:txBody>
          <a:bodyPr rtlCol="0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сформировать умения разрабатывать программное обеспечение с графическим интерфейсом на языке C# в среде WPF, а также выполнять его отладку и тестирование, на примере доработанной программы «демонстрация шифра ГОСТ </a:t>
            </a:r>
            <a:r>
              <a:rPr lang="en-US" altLang="zh-CN" dirty="0"/>
              <a:t>28147-89</a:t>
            </a:r>
            <a:r>
              <a:rPr lang="ru-RU" altLang="zh-CN" dirty="0"/>
              <a:t>»</a:t>
            </a:r>
            <a:endParaRPr lang="ru-RU" dirty="0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53469036-D1FB-4164-96AE-B6D8CECCFC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22811" y="2116915"/>
            <a:ext cx="4173307" cy="608895"/>
          </a:xfrm>
        </p:spPr>
        <p:txBody>
          <a:bodyPr rtlCol="0">
            <a:normAutofit/>
          </a:bodyPr>
          <a:lstStyle/>
          <a:p>
            <a:pPr rtl="0"/>
            <a:r>
              <a:rPr lang="ru-RU" sz="2400" dirty="0">
                <a:solidFill>
                  <a:schemeClr val="bg1"/>
                </a:solidFill>
              </a:rPr>
              <a:t>Проектной работы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ABE11BF-33A5-4653-A144-CCCBACF58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120" y="921254"/>
            <a:ext cx="7342622" cy="1215566"/>
          </a:xfrm>
        </p:spPr>
        <p:txBody>
          <a:bodyPr rtlCol="0"/>
          <a:lstStyle/>
          <a:p>
            <a:pPr rtl="0"/>
            <a:r>
              <a:rPr lang="ru-RU" dirty="0">
                <a:solidFill>
                  <a:schemeClr val="bg1"/>
                </a:solidFill>
              </a:rPr>
              <a:t>Цель</a:t>
            </a:r>
            <a:endParaRPr lang="ru-RU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2005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14">
            <a:extLst>
              <a:ext uri="{FF2B5EF4-FFF2-40B4-BE49-F238E27FC236}">
                <a16:creationId xmlns:a16="http://schemas.microsoft.com/office/drawing/2014/main" id="{24E18385-8BEA-4522-ABAA-5AB38F0D4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52379" y="1719452"/>
            <a:ext cx="5475290" cy="731520"/>
          </a:xfrm>
        </p:spPr>
        <p:txBody>
          <a:bodyPr rtlCol="0"/>
          <a:lstStyle/>
          <a:p>
            <a:pPr rtl="0"/>
            <a:r>
              <a:rPr lang="ru-RU" dirty="0"/>
              <a:t>Программа 1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640A3223-3DA3-4CF2-82B6-1447667547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36951" y="1719452"/>
            <a:ext cx="3088691" cy="731520"/>
          </a:xfrm>
        </p:spPr>
        <p:txBody>
          <a:bodyPr rtlCol="0">
            <a:normAutofit/>
          </a:bodyPr>
          <a:lstStyle/>
          <a:p>
            <a:pPr rtl="0"/>
            <a:r>
              <a:rPr lang="ru-RU" dirty="0"/>
              <a:t>Программа 2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DFE11F38-F66B-4F95-8224-6CCA69D5761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72426" y="1048832"/>
            <a:ext cx="7368596" cy="432262"/>
          </a:xfrm>
        </p:spPr>
        <p:txBody>
          <a:bodyPr rtlCol="0">
            <a:normAutofit/>
          </a:bodyPr>
          <a:lstStyle/>
          <a:p>
            <a:r>
              <a:rPr lang="ru-RU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8074" y="579701"/>
            <a:ext cx="8333222" cy="830063"/>
          </a:xfrm>
        </p:spPr>
        <p:txBody>
          <a:bodyPr rtlCol="0"/>
          <a:lstStyle/>
          <a:p>
            <a:r>
              <a:rPr lang="ru-RU" dirty="0">
                <a:solidFill>
                  <a:schemeClr val="tx1"/>
                </a:solidFill>
              </a:rPr>
              <a:t>Аналоги программы</a:t>
            </a:r>
            <a:endParaRPr lang="ru-RU" b="0" dirty="0">
              <a:solidFill>
                <a:schemeClr val="tx1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B90C084-C07B-B299-5DB3-BD9B6EC620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33" r="1445"/>
          <a:stretch>
            <a:fillRect/>
          </a:stretch>
        </p:blipFill>
        <p:spPr>
          <a:xfrm>
            <a:off x="1027073" y="2501836"/>
            <a:ext cx="4695569" cy="33073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03037F-D1E6-190A-186D-FB4AC8D1D7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07" r="4708" b="13169"/>
          <a:stretch>
            <a:fillRect/>
          </a:stretch>
        </p:blipFill>
        <p:spPr>
          <a:xfrm>
            <a:off x="6943469" y="2441328"/>
            <a:ext cx="4793699" cy="33169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DE37ED-B28A-3403-46B0-52746CCA6E41}"/>
              </a:ext>
            </a:extLst>
          </p:cNvPr>
          <p:cNvSpPr txBox="1"/>
          <p:nvPr/>
        </p:nvSpPr>
        <p:spPr>
          <a:xfrm>
            <a:off x="2216151" y="5787349"/>
            <a:ext cx="23174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Cipher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Toolbox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LID4096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E899D0-BA54-03A2-244C-523CB72129A8}"/>
              </a:ext>
            </a:extLst>
          </p:cNvPr>
          <p:cNvSpPr txBox="1"/>
          <p:nvPr/>
        </p:nvSpPr>
        <p:spPr>
          <a:xfrm>
            <a:off x="7845017" y="5809168"/>
            <a:ext cx="26652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OnzLabs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Text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Encryptor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LID4096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FDF50BA-D26E-9A4C-294D-92D24F08AF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19736" y="192095"/>
            <a:ext cx="742064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516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Таблица 10">
            <a:extLst>
              <a:ext uri="{FF2B5EF4-FFF2-40B4-BE49-F238E27FC236}">
                <a16:creationId xmlns:a16="http://schemas.microsoft.com/office/drawing/2014/main" id="{FA7555E4-6CFC-1C44-B97A-BFEC35A63419}"/>
              </a:ext>
            </a:extLst>
          </p:cNvPr>
          <p:cNvGraphicFramePr>
            <a:graphicFrameLocks noGrp="1"/>
          </p:cNvGraphicFramePr>
          <p:nvPr>
            <p:ph type="tbl" sz="quarter" idx="12"/>
            <p:extLst>
              <p:ext uri="{D42A27DB-BD31-4B8C-83A1-F6EECF244321}">
                <p14:modId xmlns:p14="http://schemas.microsoft.com/office/powerpoint/2010/main" val="1383977346"/>
              </p:ext>
            </p:extLst>
          </p:nvPr>
        </p:nvGraphicFramePr>
        <p:xfrm>
          <a:off x="303727" y="1082758"/>
          <a:ext cx="11376000" cy="5393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600">
                  <a:extLst>
                    <a:ext uri="{9D8B030D-6E8A-4147-A177-3AD203B41FA5}">
                      <a16:colId xmlns:a16="http://schemas.microsoft.com/office/drawing/2014/main" val="4235906612"/>
                    </a:ext>
                  </a:extLst>
                </a:gridCol>
                <a:gridCol w="2559703">
                  <a:extLst>
                    <a:ext uri="{9D8B030D-6E8A-4147-A177-3AD203B41FA5}">
                      <a16:colId xmlns:a16="http://schemas.microsoft.com/office/drawing/2014/main" val="284311610"/>
                    </a:ext>
                  </a:extLst>
                </a:gridCol>
                <a:gridCol w="2452962">
                  <a:extLst>
                    <a:ext uri="{9D8B030D-6E8A-4147-A177-3AD203B41FA5}">
                      <a16:colId xmlns:a16="http://schemas.microsoft.com/office/drawing/2014/main" val="2402095952"/>
                    </a:ext>
                  </a:extLst>
                </a:gridCol>
                <a:gridCol w="1911146">
                  <a:extLst>
                    <a:ext uri="{9D8B030D-6E8A-4147-A177-3AD203B41FA5}">
                      <a16:colId xmlns:a16="http://schemas.microsoft.com/office/drawing/2014/main" val="2570050552"/>
                    </a:ext>
                  </a:extLst>
                </a:gridCol>
                <a:gridCol w="2726589">
                  <a:extLst>
                    <a:ext uri="{9D8B030D-6E8A-4147-A177-3AD203B41FA5}">
                      <a16:colId xmlns:a16="http://schemas.microsoft.com/office/drawing/2014/main" val="3165342089"/>
                    </a:ext>
                  </a:extLst>
                </a:gridCol>
              </a:tblGrid>
              <a:tr h="574267">
                <a:tc>
                  <a:txBody>
                    <a:bodyPr/>
                    <a:lstStyle/>
                    <a:p>
                      <a:pPr indent="450215" algn="l">
                        <a:buNone/>
                      </a:pP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  <a:latin typeface="Californian FB" panose="0207040306080B030204" pitchFamily="18" charset="0"/>
                        </a:rPr>
                        <a:t>Вид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alifornian FB" panose="0207040306080B030204" pitchFamily="18" charset="0"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  <a:latin typeface="Californian FB" panose="0207040306080B030204" pitchFamily="18" charset="0"/>
                        </a:rPr>
                        <a:t>тест</a:t>
                      </a:r>
                      <a:endParaRPr lang="" sz="1600" dirty="0">
                        <a:solidFill>
                          <a:schemeClr val="tx1"/>
                        </a:solidFill>
                        <a:effectLst/>
                        <a:latin typeface="Californian FB" panose="0207040306080B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indent="450215" algn="l">
                        <a:buNone/>
                      </a:pP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  <a:latin typeface="Californian FB" panose="0207040306080B030204" pitchFamily="18" charset="0"/>
                        </a:rPr>
                        <a:t>Функциональное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alifornian FB" panose="0207040306080B030204" pitchFamily="18" charset="0"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  <a:latin typeface="Californian FB" panose="0207040306080B030204" pitchFamily="18" charset="0"/>
                        </a:rPr>
                        <a:t>тестирование</a:t>
                      </a:r>
                      <a:endParaRPr lang="" sz="1600" dirty="0">
                        <a:solidFill>
                          <a:schemeClr val="tx1"/>
                        </a:solidFill>
                        <a:effectLst/>
                        <a:latin typeface="Californian FB" panose="0207040306080B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indent="450215" algn="l"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Тестирование отказоустойчивости</a:t>
                      </a:r>
                      <a:endParaRPr lang="" sz="1600" dirty="0">
                        <a:solidFill>
                          <a:schemeClr val="tx1"/>
                        </a:solidFill>
                        <a:effectLst/>
                        <a:latin typeface="Californian FB" panose="0207040306080B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indent="450215" algn="l"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Сохранение результатов</a:t>
                      </a:r>
                      <a:endParaRPr lang="" sz="1600" dirty="0">
                        <a:solidFill>
                          <a:schemeClr val="tx1"/>
                        </a:solidFill>
                        <a:effectLst/>
                        <a:latin typeface="Californian FB" panose="0207040306080B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4257" marR="94257" anchor="ctr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indent="450215" algn="l">
                        <a:buNone/>
                      </a:pP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  <a:latin typeface="Californian FB" panose="0207040306080B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Функциональное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alifornian FB" panose="0207040306080B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  <a:latin typeface="Californian FB" panose="0207040306080B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тестирование</a:t>
                      </a:r>
                      <a:endParaRPr lang="" sz="1600" dirty="0">
                        <a:solidFill>
                          <a:schemeClr val="tx1"/>
                        </a:solidFill>
                        <a:effectLst/>
                        <a:latin typeface="Californian FB" panose="0207040306080B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4257" marR="94257" anchor="ctr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215579220"/>
                  </a:ext>
                </a:extLst>
              </a:tr>
              <a:tr h="544043">
                <a:tc>
                  <a:txBody>
                    <a:bodyPr/>
                    <a:lstStyle/>
                    <a:p>
                      <a:pPr indent="450215" algn="l">
                        <a:buNone/>
                      </a:pPr>
                      <a:r>
                        <a:rPr lang="en-US" sz="1200" b="1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Что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тестируем</a:t>
                      </a:r>
                      <a:endParaRPr lang="" sz="12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indent="450215" algn="l">
                        <a:buNone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Корректность выполнения операции </a:t>
                      </a:r>
                      <a:r>
                        <a:rPr lang="be-BY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в реж</a:t>
                      </a:r>
                      <a:r>
                        <a:rPr lang="ru-RU" sz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име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ECB</a:t>
                      </a:r>
                      <a:endParaRPr lang="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indent="450215" algn="l">
                        <a:buNone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Реакция программы на ввод ключа недопустимой длины</a:t>
                      </a:r>
                      <a:endParaRPr lang="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indent="450215" algn="l">
                        <a:buNone/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Сохранение результатов</a:t>
                      </a:r>
                      <a:endParaRPr lang="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indent="450215" algn="l">
                        <a:buNone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Корректность выполнения операции шифрования блока данных 64 бита в режиме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CBC</a:t>
                      </a:r>
                      <a:endParaRPr lang="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687860091"/>
                  </a:ext>
                </a:extLst>
              </a:tr>
              <a:tr h="362695">
                <a:tc>
                  <a:txBody>
                    <a:bodyPr/>
                    <a:lstStyle/>
                    <a:p>
                      <a:pPr indent="450215" algn="l">
                        <a:buNone/>
                      </a:pPr>
                      <a:r>
                        <a:rPr lang="en-US" sz="1200" b="1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Входные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данные</a:t>
                      </a:r>
                      <a:endParaRPr lang="" sz="12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indent="450215" algn="l">
                        <a:buNone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Открытый текст «мама мыла раму» </a:t>
                      </a:r>
                      <a:endParaRPr lang="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indent="450215" algn="l">
                        <a:buNone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Ключ длиной 128 бит (вместо требуемых 256)</a:t>
                      </a:r>
                      <a:endParaRPr lang="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indent="450215" algn="l">
                        <a:buNone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Сохранение в .</a:t>
                      </a:r>
                      <a:r>
                        <a:rPr lang="ru-RU" sz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txt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файл после расчёта</a:t>
                      </a:r>
                      <a:endParaRPr lang="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indent="450215" algn="l">
                        <a:buNone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Открытый текст «мама мыла раму»</a:t>
                      </a:r>
                      <a:endParaRPr lang="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109176053"/>
                  </a:ext>
                </a:extLst>
              </a:tr>
              <a:tr h="544043">
                <a:tc>
                  <a:txBody>
                    <a:bodyPr/>
                    <a:lstStyle/>
                    <a:p>
                      <a:pPr indent="450215" algn="l">
                        <a:buNone/>
                      </a:pPr>
                      <a:r>
                        <a:rPr lang="en-US" sz="1200" b="1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Шаги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теста</a:t>
                      </a:r>
                      <a:endParaRPr lang="" sz="12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indent="450215" algn="just">
                        <a:buNone/>
                        <a:tabLst>
                          <a:tab pos="294005" algn="l"/>
                        </a:tabLs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Запустить программу, ввести блок в поле, ключ, нажать кнопку Зашифровать».</a:t>
                      </a:r>
                      <a:endParaRPr lang="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indent="450215" algn="just">
                        <a:buNone/>
                        <a:tabLst>
                          <a:tab pos="294005" algn="l"/>
                        </a:tabLs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Ввести ключ «12345», нажать кнопку Зашифровать».</a:t>
                      </a:r>
                      <a:endParaRPr lang="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indent="450215" algn="just">
                        <a:buNone/>
                        <a:tabLst>
                          <a:tab pos="294005" algn="l"/>
                        </a:tabLs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После нажать «Сохранить»</a:t>
                      </a:r>
                      <a:endParaRPr lang="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indent="450215" algn="just">
                        <a:buNone/>
                        <a:tabLst>
                          <a:tab pos="294005" algn="l"/>
                        </a:tabLs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Запустить программу, ввести блок в поле, ввести ключ, нажать кнопку Зашифровать».</a:t>
                      </a:r>
                      <a:endParaRPr lang="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299134401"/>
                  </a:ext>
                </a:extLst>
              </a:tr>
              <a:tr h="725390">
                <a:tc>
                  <a:txBody>
                    <a:bodyPr/>
                    <a:lstStyle/>
                    <a:p>
                      <a:pPr indent="450215" algn="l">
                        <a:buNone/>
                      </a:pPr>
                      <a:r>
                        <a:rPr lang="ru-RU" sz="12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В</a:t>
                      </a:r>
                      <a:r>
                        <a:rPr lang="en-US" sz="1200" b="1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ыходные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данные</a:t>
                      </a:r>
                      <a:endParaRPr lang="" sz="12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indent="450215" algn="l">
                        <a:buNone/>
                      </a:pPr>
                      <a:r>
                        <a:rPr lang="ru-RU" sz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Шифротекст</a:t>
                      </a:r>
                      <a:endParaRPr lang="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indent="450215" algn="l">
                        <a:buNone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Сообщение об ошибке: «Неверная длина ключа»</a:t>
                      </a:r>
                      <a:endParaRPr lang="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indent="450215" algn="l">
                        <a:buNone/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«Расшифровать», затем «Сохранить»</a:t>
                      </a:r>
                      <a:endParaRPr lang="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450215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Шифротекст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полученный в результате преобразования по сети </a:t>
                      </a:r>
                      <a:r>
                        <a:rPr lang="ru-RU" sz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Фейстеля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  <a:endParaRPr lang="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indent="450215" algn="l">
                        <a:buNone/>
                      </a:pPr>
                      <a:endParaRPr lang="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014248646"/>
                  </a:ext>
                </a:extLst>
              </a:tr>
              <a:tr h="490973">
                <a:tc>
                  <a:txBody>
                    <a:bodyPr/>
                    <a:lstStyle/>
                    <a:p>
                      <a:pPr indent="450215" algn="l">
                        <a:buNone/>
                      </a:pPr>
                      <a:r>
                        <a:rPr lang="en-US" sz="1200" b="1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Ожидаемый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результат</a:t>
                      </a:r>
                      <a:endParaRPr lang="" sz="12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indent="450215" algn="l">
                        <a:buNone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Получение корректного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HEX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-значения </a:t>
                      </a:r>
                      <a:r>
                        <a:rPr lang="ru-RU" sz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шифротекста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результаты отображены</a:t>
                      </a:r>
                      <a:endParaRPr lang="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indent="450215" algn="l">
                        <a:buNone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Программа не выполняет расчет, выводит предупреждение</a:t>
                      </a:r>
                      <a:endParaRPr lang="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indent="450215" algn="l">
                        <a:buNone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Создаётся текстовый файл с результатами</a:t>
                      </a:r>
                      <a:endParaRPr lang="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450215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Получение корректного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HEX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-значения </a:t>
                      </a:r>
                      <a:r>
                        <a:rPr lang="ru-RU" sz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шифротекста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результаты отображены</a:t>
                      </a:r>
                      <a:endParaRPr lang="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indent="450215" algn="l">
                        <a:buNone/>
                      </a:pPr>
                      <a:endParaRPr lang="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2058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450215" algn="l">
                        <a:buNone/>
                      </a:pPr>
                      <a:r>
                        <a:rPr lang="en-US" sz="1200" b="1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Фактический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результат</a:t>
                      </a:r>
                      <a:endParaRPr lang="" sz="12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indent="450215" algn="l">
                        <a:buNone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Шифрование выполнено, результаты отображены.</a:t>
                      </a:r>
                      <a:endParaRPr lang="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indent="450215" algn="l">
                        <a:buNone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Программа не выполняет расчет, выводит предупреждение</a:t>
                      </a:r>
                      <a:endParaRPr lang="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indent="450215" algn="l">
                        <a:buNone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Файл успешно создан, данные корректно сохранены</a:t>
                      </a:r>
                      <a:endParaRPr lang="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450215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Шифрование выполнено, отображен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HEX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ru-RU" sz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шифротекст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результаты отображены.</a:t>
                      </a:r>
                      <a:endParaRPr lang="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indent="450215" algn="l">
                        <a:buNone/>
                      </a:pPr>
                      <a:endParaRPr lang="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516563405"/>
                  </a:ext>
                </a:extLst>
              </a:tr>
              <a:tr h="140165">
                <a:tc>
                  <a:txBody>
                    <a:bodyPr/>
                    <a:lstStyle/>
                    <a:p>
                      <a:pPr indent="450215" algn="l">
                        <a:buNone/>
                      </a:pPr>
                      <a:r>
                        <a:rPr lang="en-US" sz="1200" b="1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Обнаруженный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дефект</a:t>
                      </a:r>
                      <a:endParaRPr lang="" sz="12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indent="450215" algn="l">
                        <a:buNone/>
                      </a:pPr>
                      <a:r>
                        <a:rPr lang="ru-RU" sz="2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-</a:t>
                      </a:r>
                      <a:endParaRPr lang="" sz="2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indent="450215" algn="l">
                        <a:buNone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Программа вывела сообщение, расчет остановлен</a:t>
                      </a:r>
                      <a:endParaRPr lang="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indent="450215" algn="l">
                        <a:buNone/>
                      </a:pPr>
                      <a:r>
                        <a:rPr lang="be-BY" sz="2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-</a:t>
                      </a:r>
                      <a:endParaRPr lang="" sz="2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indent="450215" algn="l">
                        <a:buNone/>
                      </a:pPr>
                      <a:r>
                        <a:rPr lang="be-BY" sz="2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 - </a:t>
                      </a:r>
                      <a:endParaRPr lang="" sz="2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907125693"/>
                  </a:ext>
                </a:extLst>
              </a:tr>
              <a:tr h="425370">
                <a:tc>
                  <a:txBody>
                    <a:bodyPr/>
                    <a:lstStyle/>
                    <a:p>
                      <a:pPr indent="450215" algn="l">
                        <a:buNone/>
                      </a:pPr>
                      <a:r>
                        <a:rPr lang="en-US" sz="1200" b="1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Возможная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причина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дефекта</a:t>
                      </a:r>
                      <a:endParaRPr lang="" sz="12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indent="450215" algn="l">
                        <a:buNone/>
                      </a:pPr>
                      <a:r>
                        <a:rPr lang="ru-RU" sz="2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-</a:t>
                      </a:r>
                      <a:endParaRPr lang="" sz="2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indent="450215" algn="l">
                        <a:buNone/>
                      </a:pPr>
                      <a:r>
                        <a:rPr lang="be-BY" sz="2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 -</a:t>
                      </a:r>
                      <a:endParaRPr lang="" sz="2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indent="450215" algn="l">
                        <a:buNone/>
                      </a:pPr>
                      <a:r>
                        <a:rPr lang="be-BY" sz="2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-</a:t>
                      </a:r>
                      <a:endParaRPr lang="" sz="2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indent="450215" algn="l">
                        <a:buNone/>
                      </a:pPr>
                      <a:r>
                        <a:rPr lang="be-BY" sz="2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 -</a:t>
                      </a:r>
                      <a:endParaRPr lang="" sz="2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955032543"/>
                  </a:ext>
                </a:extLst>
              </a:tr>
              <a:tr h="216184">
                <a:tc>
                  <a:txBody>
                    <a:bodyPr/>
                    <a:lstStyle/>
                    <a:p>
                      <a:pPr indent="450215" algn="l">
                        <a:buNone/>
                      </a:pPr>
                      <a:r>
                        <a:rPr lang="en-US" sz="1200" b="1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Предполагаемое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решение</a:t>
                      </a:r>
                      <a:endParaRPr lang="" sz="12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indent="450215" algn="l">
                        <a:buNone/>
                      </a:pPr>
                      <a:r>
                        <a:rPr lang="ru-RU" sz="2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-</a:t>
                      </a:r>
                      <a:endParaRPr lang="" sz="2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indent="450215" algn="l">
                        <a:buNone/>
                      </a:pPr>
                      <a:r>
                        <a:rPr lang="be-BY" sz="2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 -</a:t>
                      </a:r>
                      <a:endParaRPr lang="" sz="2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indent="450215" algn="l">
                        <a:buNone/>
                      </a:pPr>
                      <a:r>
                        <a:rPr lang="be-BY" sz="2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-</a:t>
                      </a:r>
                      <a:endParaRPr lang="" sz="2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indent="450215" algn="l">
                        <a:buNone/>
                      </a:pPr>
                      <a:r>
                        <a:rPr lang="be-BY" sz="2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 -</a:t>
                      </a:r>
                      <a:endParaRPr lang="" sz="2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gradFill>
                      <a:gsLst>
                        <a:gs pos="0">
                          <a:srgbClr val="355071"/>
                        </a:gs>
                        <a:gs pos="100000">
                          <a:srgbClr val="A4D7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rgbClr val="B3DEF8"/>
                        </a:gs>
                        <a:gs pos="87000">
                          <a:schemeClr val="accent1">
                            <a:lumMod val="45000"/>
                            <a:lumOff val="55000"/>
                          </a:schemeClr>
                        </a:gs>
                        <a:gs pos="80000">
                          <a:schemeClr val="accent1">
                            <a:lumMod val="45000"/>
                            <a:lumOff val="55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684881273"/>
                  </a:ext>
                </a:extLst>
              </a:tr>
            </a:tbl>
          </a:graphicData>
        </a:graphic>
      </p:graphicFrame>
      <p:sp>
        <p:nvSpPr>
          <p:cNvPr id="13" name="Заголовок 13">
            <a:extLst>
              <a:ext uri="{FF2B5EF4-FFF2-40B4-BE49-F238E27FC236}">
                <a16:creationId xmlns:a16="http://schemas.microsoft.com/office/drawing/2014/main" id="{F64048FA-1C7E-4BEF-8273-A6490A221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000" y="298660"/>
            <a:ext cx="8630881" cy="600159"/>
          </a:xfrm>
        </p:spPr>
        <p:txBody>
          <a:bodyPr rtlCol="0">
            <a:noAutofit/>
          </a:bodyPr>
          <a:lstStyle/>
          <a:p>
            <a:r>
              <a:rPr lang="ru-RU" sz="3200" b="0" dirty="0">
                <a:solidFill>
                  <a:schemeClr val="tx1"/>
                </a:solidFill>
                <a:latin typeface="Calibri Light" panose="020F0302020204030204" pitchFamily="34" charset="0"/>
              </a:rPr>
              <a:t>Тестирование приложения</a:t>
            </a:r>
            <a:endParaRPr lang="ru-RU" sz="3200" dirty="0">
              <a:solidFill>
                <a:schemeClr val="tx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29875F0-CCE7-B94A-1B1F-9D2E66A27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8050" y="225018"/>
            <a:ext cx="1019317" cy="56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707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Заголовок 13">
            <a:extLst>
              <a:ext uri="{FF2B5EF4-FFF2-40B4-BE49-F238E27FC236}">
                <a16:creationId xmlns:a16="http://schemas.microsoft.com/office/drawing/2014/main" id="{92896B42-4638-40D0-8887-7AB8D1D86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4354" y="1806201"/>
            <a:ext cx="8204625" cy="542641"/>
          </a:xfrm>
        </p:spPr>
        <p:txBody>
          <a:bodyPr rtlCol="0">
            <a:noAutofit/>
          </a:bodyPr>
          <a:lstStyle/>
          <a:p>
            <a:pPr rtl="0"/>
            <a:r>
              <a:rPr lang="ru-RU" sz="3200" dirty="0">
                <a:solidFill>
                  <a:schemeClr val="tx1"/>
                </a:solidFill>
              </a:rPr>
              <a:t> 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E56F2D0-3234-5E94-1A05-77F0F37CA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2773" y="162944"/>
            <a:ext cx="764215" cy="5715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2A7B712-8AAF-7AC2-A47D-3C5B89D0AF9A}"/>
              </a:ext>
            </a:extLst>
          </p:cNvPr>
          <p:cNvSpPr/>
          <p:nvPr/>
        </p:nvSpPr>
        <p:spPr>
          <a:xfrm>
            <a:off x="1284354" y="1537564"/>
            <a:ext cx="10972525" cy="57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914400">
              <a:lnSpc>
                <a:spcPct val="92000"/>
              </a:lnSpc>
            </a:pPr>
            <a:r>
              <a:rPr lang="en-US" sz="3200" kern="100" spc="-18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Тестирование</a:t>
            </a:r>
            <a:r>
              <a:rPr lang="ru-RU" sz="3200" kern="100" spc="-18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программы</a:t>
            </a:r>
            <a:endParaRPr lang="en-US" sz="3200" dirty="0">
              <a:latin typeface="Neue Haas Grotesk Text Pro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BB63035-9FE4-CFB3-23E2-6E3879FB7EA7}"/>
              </a:ext>
            </a:extLst>
          </p:cNvPr>
          <p:cNvSpPr/>
          <p:nvPr/>
        </p:nvSpPr>
        <p:spPr>
          <a:xfrm>
            <a:off x="609585" y="2925167"/>
            <a:ext cx="3352716" cy="2126754"/>
          </a:xfrm>
          <a:prstGeom prst="roundRect">
            <a:avLst>
              <a:gd name="adj" fmla="val 537"/>
            </a:avLst>
          </a:prstGeom>
          <a:solidFill>
            <a:srgbClr val="A1D6F7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E252E4A-D10D-96DC-8939-841B227390AD}"/>
              </a:ext>
            </a:extLst>
          </p:cNvPr>
          <p:cNvSpPr/>
          <p:nvPr/>
        </p:nvSpPr>
        <p:spPr>
          <a:xfrm>
            <a:off x="838179" y="3153767"/>
            <a:ext cx="892351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914400">
              <a:lnSpc>
                <a:spcPct val="83000"/>
              </a:lnSpc>
            </a:pPr>
            <a:r>
              <a:rPr lang="en-US" sz="2000" dirty="0">
                <a:solidFill>
                  <a:srgbClr val="B0A294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01</a:t>
            </a:r>
            <a:endParaRPr lang="en-US" sz="2000" dirty="0">
              <a:solidFill>
                <a:srgbClr val="000000"/>
              </a:solidFill>
              <a:latin typeface="Neue Haas Grotesk Text Pro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74205C6-F49C-DCDA-FB0F-73FB95511381}"/>
              </a:ext>
            </a:extLst>
          </p:cNvPr>
          <p:cNvSpPr/>
          <p:nvPr/>
        </p:nvSpPr>
        <p:spPr>
          <a:xfrm>
            <a:off x="838179" y="3479800"/>
            <a:ext cx="2895528" cy="12601"/>
          </a:xfrm>
          <a:prstGeom prst="rect">
            <a:avLst/>
          </a:prstGeom>
          <a:solidFill>
            <a:srgbClr val="57483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91B8C27-D84F-2F37-2E4D-1CC25C439373}"/>
              </a:ext>
            </a:extLst>
          </p:cNvPr>
          <p:cNvSpPr/>
          <p:nvPr/>
        </p:nvSpPr>
        <p:spPr>
          <a:xfrm>
            <a:off x="838179" y="3573145"/>
            <a:ext cx="2895528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914400">
              <a:lnSpc>
                <a:spcPct val="107000"/>
              </a:lnSpc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Шифрование ECB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Neue Haas Grotesk Text Pro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966C7B3-B516-D3D5-B096-CBD49A0F2B0D}"/>
              </a:ext>
            </a:extLst>
          </p:cNvPr>
          <p:cNvSpPr/>
          <p:nvPr/>
        </p:nvSpPr>
        <p:spPr>
          <a:xfrm>
            <a:off x="838179" y="4022328"/>
            <a:ext cx="2895528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914400">
              <a:lnSpc>
                <a:spcPct val="121000"/>
              </a:lnSpc>
            </a:pPr>
            <a:r>
              <a:rPr lang="en-US" sz="1450" dirty="0">
                <a:solidFill>
                  <a:schemeClr val="tx1">
                    <a:lumMod val="75000"/>
                    <a:lumOff val="25000"/>
                  </a:schemeClr>
                </a:solidFill>
                <a:latin typeface="Geologica Light" pitchFamily="34" charset="0"/>
                <a:ea typeface="Geologica Light" pitchFamily="34" charset="-122"/>
                <a:cs typeface="Geologica Light" pitchFamily="34" charset="-120"/>
              </a:rPr>
              <a:t>Операция через ICryptoService выполнена корректно, статус передан </a:t>
            </a:r>
            <a:r>
              <a:rPr lang="en-US" sz="14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eologica Light" pitchFamily="34" charset="0"/>
                <a:ea typeface="Geologica Light" pitchFamily="34" charset="-122"/>
                <a:cs typeface="Geologica Light" pitchFamily="34" charset="-120"/>
              </a:rPr>
              <a:t>через</a:t>
            </a:r>
            <a:r>
              <a:rPr lang="en-US" sz="1450" dirty="0">
                <a:solidFill>
                  <a:schemeClr val="tx1">
                    <a:lumMod val="75000"/>
                    <a:lumOff val="25000"/>
                  </a:schemeClr>
                </a:solidFill>
                <a:latin typeface="Geologica Light" pitchFamily="34" charset="0"/>
                <a:ea typeface="Geologica Light" pitchFamily="34" charset="-122"/>
                <a:cs typeface="Geologica Light" pitchFamily="34" charset="-120"/>
              </a:rPr>
              <a:t> </a:t>
            </a:r>
            <a:r>
              <a:rPr lang="en-US" sz="14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eologica Light" pitchFamily="34" charset="0"/>
                <a:ea typeface="Geologica Light" pitchFamily="34" charset="-122"/>
                <a:cs typeface="Geologica Light" pitchFamily="34" charset="-120"/>
              </a:rPr>
              <a:t>делегат</a:t>
            </a:r>
            <a:endParaRPr lang="en-US" sz="1450" dirty="0">
              <a:solidFill>
                <a:schemeClr val="tx1">
                  <a:lumMod val="75000"/>
                  <a:lumOff val="25000"/>
                </a:schemeClr>
              </a:solidFill>
              <a:latin typeface="Neue Haas Grotesk Text Pro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A575D9E-A07A-B98A-04C0-35D2028F994E}"/>
              </a:ext>
            </a:extLst>
          </p:cNvPr>
          <p:cNvSpPr/>
          <p:nvPr/>
        </p:nvSpPr>
        <p:spPr>
          <a:xfrm>
            <a:off x="4419489" y="2925167"/>
            <a:ext cx="3352716" cy="2126754"/>
          </a:xfrm>
          <a:prstGeom prst="roundRect">
            <a:avLst>
              <a:gd name="adj" fmla="val 537"/>
            </a:avLst>
          </a:prstGeom>
          <a:solidFill>
            <a:srgbClr val="A1D6F7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8CAAD94-934F-491C-5E8D-F8BCF7E70730}"/>
              </a:ext>
            </a:extLst>
          </p:cNvPr>
          <p:cNvSpPr/>
          <p:nvPr/>
        </p:nvSpPr>
        <p:spPr>
          <a:xfrm>
            <a:off x="4648084" y="3153767"/>
            <a:ext cx="92707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914400">
              <a:lnSpc>
                <a:spcPct val="83000"/>
              </a:lnSpc>
            </a:pPr>
            <a:r>
              <a:rPr lang="en-US" sz="2000" dirty="0">
                <a:solidFill>
                  <a:srgbClr val="B0A294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02</a:t>
            </a:r>
            <a:endParaRPr lang="en-US" sz="2000" dirty="0">
              <a:solidFill>
                <a:srgbClr val="000000"/>
              </a:solidFill>
              <a:latin typeface="Neue Haas Grotesk Text Pro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28447E9-E92F-2617-2F29-27D8870C1C07}"/>
              </a:ext>
            </a:extLst>
          </p:cNvPr>
          <p:cNvSpPr/>
          <p:nvPr/>
        </p:nvSpPr>
        <p:spPr>
          <a:xfrm>
            <a:off x="4648084" y="3479800"/>
            <a:ext cx="2895528" cy="12601"/>
          </a:xfrm>
          <a:prstGeom prst="rect">
            <a:avLst/>
          </a:prstGeom>
          <a:solidFill>
            <a:srgbClr val="57483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1B72F291-A9AC-E2CA-C0E6-784D130B36BB}"/>
              </a:ext>
            </a:extLst>
          </p:cNvPr>
          <p:cNvSpPr/>
          <p:nvPr/>
        </p:nvSpPr>
        <p:spPr>
          <a:xfrm>
            <a:off x="4648084" y="3573145"/>
            <a:ext cx="2895528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914400">
              <a:lnSpc>
                <a:spcPct val="107000"/>
              </a:lnSpc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Неверный ключ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Neue Haas Grotesk Text Pro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8278C8EF-C6F5-6B0D-DE35-819CED62310D}"/>
              </a:ext>
            </a:extLst>
          </p:cNvPr>
          <p:cNvSpPr/>
          <p:nvPr/>
        </p:nvSpPr>
        <p:spPr>
          <a:xfrm>
            <a:off x="4648084" y="4022328"/>
            <a:ext cx="2895528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914400">
              <a:lnSpc>
                <a:spcPct val="121000"/>
              </a:lnSpc>
            </a:pPr>
            <a:r>
              <a:rPr lang="en-US" sz="1450" dirty="0">
                <a:solidFill>
                  <a:schemeClr val="tx1">
                    <a:lumMod val="75000"/>
                    <a:lumOff val="25000"/>
                  </a:schemeClr>
                </a:solidFill>
                <a:latin typeface="Geologica Light" pitchFamily="34" charset="0"/>
                <a:ea typeface="Geologica Light" pitchFamily="34" charset="-122"/>
                <a:cs typeface="Geologica Light" pitchFamily="34" charset="-120"/>
              </a:rPr>
              <a:t>При длине 10 символов операция заблокирована и </a:t>
            </a:r>
            <a:r>
              <a:rPr lang="en-US" sz="14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eologica Light" pitchFamily="34" charset="0"/>
                <a:ea typeface="Geologica Light" pitchFamily="34" charset="-122"/>
                <a:cs typeface="Geologica Light" pitchFamily="34" charset="-120"/>
              </a:rPr>
              <a:t>показано</a:t>
            </a:r>
            <a:r>
              <a:rPr lang="en-US" sz="1450" dirty="0">
                <a:solidFill>
                  <a:schemeClr val="tx1">
                    <a:lumMod val="75000"/>
                    <a:lumOff val="25000"/>
                  </a:schemeClr>
                </a:solidFill>
                <a:latin typeface="Geologica Light" pitchFamily="34" charset="0"/>
                <a:ea typeface="Geologica Light" pitchFamily="34" charset="-122"/>
                <a:cs typeface="Geologica Light" pitchFamily="34" charset="-120"/>
              </a:rPr>
              <a:t> </a:t>
            </a:r>
            <a:r>
              <a:rPr lang="en-US" sz="14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eologica Light" pitchFamily="34" charset="0"/>
                <a:ea typeface="Geologica Light" pitchFamily="34" charset="-122"/>
                <a:cs typeface="Geologica Light" pitchFamily="34" charset="-120"/>
              </a:rPr>
              <a:t>предупреждение</a:t>
            </a:r>
            <a:endParaRPr lang="en-US" sz="1450" dirty="0">
              <a:solidFill>
                <a:schemeClr val="tx1">
                  <a:lumMod val="75000"/>
                  <a:lumOff val="25000"/>
                </a:schemeClr>
              </a:solidFill>
              <a:latin typeface="Neue Haas Grotesk Text Pro"/>
            </a:endParaRP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D8CD6FA6-1E7F-5928-9639-A5AA3F3BDDEE}"/>
              </a:ext>
            </a:extLst>
          </p:cNvPr>
          <p:cNvSpPr/>
          <p:nvPr/>
        </p:nvSpPr>
        <p:spPr>
          <a:xfrm>
            <a:off x="8229394" y="2925167"/>
            <a:ext cx="3352716" cy="2126754"/>
          </a:xfrm>
          <a:prstGeom prst="roundRect">
            <a:avLst>
              <a:gd name="adj" fmla="val 537"/>
            </a:avLst>
          </a:prstGeom>
          <a:solidFill>
            <a:srgbClr val="AAD9F8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DCA5A99F-99C0-4C53-CDE4-421424906054}"/>
              </a:ext>
            </a:extLst>
          </p:cNvPr>
          <p:cNvSpPr/>
          <p:nvPr/>
        </p:nvSpPr>
        <p:spPr>
          <a:xfrm>
            <a:off x="8457988" y="3153767"/>
            <a:ext cx="930053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914400">
              <a:lnSpc>
                <a:spcPct val="83000"/>
              </a:lnSpc>
            </a:pPr>
            <a:r>
              <a:rPr lang="en-US" sz="2000" dirty="0">
                <a:solidFill>
                  <a:srgbClr val="B0A294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03</a:t>
            </a:r>
            <a:endParaRPr lang="en-US" sz="2000" dirty="0">
              <a:solidFill>
                <a:srgbClr val="000000"/>
              </a:solidFill>
              <a:latin typeface="Neue Haas Grotesk Text Pro"/>
            </a:endParaRPr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3A4CEF5C-255A-0878-2970-85A39F5FF7CE}"/>
              </a:ext>
            </a:extLst>
          </p:cNvPr>
          <p:cNvSpPr/>
          <p:nvPr/>
        </p:nvSpPr>
        <p:spPr>
          <a:xfrm>
            <a:off x="8457988" y="3479800"/>
            <a:ext cx="2895528" cy="12601"/>
          </a:xfrm>
          <a:prstGeom prst="rect">
            <a:avLst/>
          </a:prstGeom>
          <a:solidFill>
            <a:srgbClr val="57483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93FBDAF2-1681-D645-8623-ABE62E78F2EA}"/>
              </a:ext>
            </a:extLst>
          </p:cNvPr>
          <p:cNvSpPr/>
          <p:nvPr/>
        </p:nvSpPr>
        <p:spPr>
          <a:xfrm>
            <a:off x="8457988" y="3573145"/>
            <a:ext cx="2895528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914400">
              <a:lnSpc>
                <a:spcPct val="107000"/>
              </a:lnSpc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Сохранение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Neue Haas Grotesk Text Pro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5C3806AC-A588-BD44-12DE-7DEDF5CEA587}"/>
              </a:ext>
            </a:extLst>
          </p:cNvPr>
          <p:cNvSpPr/>
          <p:nvPr/>
        </p:nvSpPr>
        <p:spPr>
          <a:xfrm>
            <a:off x="8457988" y="4022328"/>
            <a:ext cx="2895528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914400">
              <a:lnSpc>
                <a:spcPct val="121000"/>
              </a:lnSpc>
            </a:pPr>
            <a:r>
              <a:rPr lang="en-US" sz="1450" dirty="0">
                <a:solidFill>
                  <a:schemeClr val="tx1">
                    <a:lumMod val="75000"/>
                    <a:lumOff val="25000"/>
                  </a:schemeClr>
                </a:solidFill>
                <a:latin typeface="Geologica Light" pitchFamily="34" charset="0"/>
                <a:ea typeface="Geologica Light" pitchFamily="34" charset="-122"/>
                <a:cs typeface="Geologica Light" pitchFamily="34" charset="-120"/>
              </a:rPr>
              <a:t>Создан файл result1.txt без затирания </a:t>
            </a:r>
            <a:r>
              <a:rPr lang="en-US" sz="14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eologica Light" pitchFamily="34" charset="0"/>
                <a:ea typeface="Geologica Light" pitchFamily="34" charset="-122"/>
                <a:cs typeface="Geologica Light" pitchFamily="34" charset="-120"/>
              </a:rPr>
              <a:t>существующих</a:t>
            </a:r>
            <a:r>
              <a:rPr lang="en-US" sz="1450" dirty="0">
                <a:solidFill>
                  <a:schemeClr val="tx1">
                    <a:lumMod val="75000"/>
                    <a:lumOff val="25000"/>
                  </a:schemeClr>
                </a:solidFill>
                <a:latin typeface="Geologica Light" pitchFamily="34" charset="0"/>
                <a:ea typeface="Geologica Light" pitchFamily="34" charset="-122"/>
                <a:cs typeface="Geologica Light" pitchFamily="34" charset="-120"/>
              </a:rPr>
              <a:t> </a:t>
            </a:r>
            <a:r>
              <a:rPr lang="en-US" sz="14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eologica Light" pitchFamily="34" charset="0"/>
                <a:ea typeface="Geologica Light" pitchFamily="34" charset="-122"/>
                <a:cs typeface="Geologica Light" pitchFamily="34" charset="-120"/>
              </a:rPr>
              <a:t>результатов</a:t>
            </a:r>
            <a:endParaRPr lang="en-US" sz="1450" dirty="0">
              <a:solidFill>
                <a:schemeClr val="tx1">
                  <a:lumMod val="75000"/>
                  <a:lumOff val="25000"/>
                </a:schemeClr>
              </a:solidFill>
              <a:latin typeface="Neue Haas Grotesk Text Pro"/>
            </a:endParaRPr>
          </a:p>
        </p:txBody>
      </p:sp>
    </p:spTree>
    <p:extLst>
      <p:ext uri="{BB962C8B-B14F-4D97-AF65-F5344CB8AC3E}">
        <p14:creationId xmlns:p14="http://schemas.microsoft.com/office/powerpoint/2010/main" val="310042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95621EE-12EF-4364-73C1-701C4868807F}"/>
              </a:ext>
            </a:extLst>
          </p:cNvPr>
          <p:cNvSpPr txBox="1"/>
          <p:nvPr/>
        </p:nvSpPr>
        <p:spPr>
          <a:xfrm>
            <a:off x="1263165" y="107578"/>
            <a:ext cx="83749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</a:rPr>
              <a:t>Программное средство «</a:t>
            </a:r>
            <a:r>
              <a:rPr lang="en-US" sz="4000" dirty="0">
                <a:solidFill>
                  <a:schemeClr val="bg1"/>
                </a:solidFill>
              </a:rPr>
              <a:t>keys</a:t>
            </a:r>
            <a:r>
              <a:rPr lang="ru-RU" sz="4000" dirty="0">
                <a:solidFill>
                  <a:schemeClr val="bg1"/>
                </a:solidFill>
              </a:rPr>
              <a:t>»</a:t>
            </a:r>
            <a:endParaRPr lang="LID4096" sz="4000" dirty="0">
              <a:solidFill>
                <a:schemeClr val="bg1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218D0FF-51E0-A1A0-BCF2-7AEC2889B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873" y="1324189"/>
            <a:ext cx="7099069" cy="420962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39283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8B6C5EAB-81FF-4827-A160-22F4363C61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8609" y="581890"/>
            <a:ext cx="6699922" cy="1163281"/>
          </a:xfrm>
        </p:spPr>
        <p:txBody>
          <a:bodyPr rtlCol="0"/>
          <a:lstStyle/>
          <a:p>
            <a:pPr rtl="0"/>
            <a:r>
              <a:rPr lang="ru-RU" dirty="0">
                <a:solidFill>
                  <a:schemeClr val="bg1"/>
                </a:solidFill>
              </a:rPr>
              <a:t>Спасибо </a:t>
            </a:r>
            <a:r>
              <a:rPr lang="ru-RU" b="0" dirty="0">
                <a:solidFill>
                  <a:schemeClr val="bg1"/>
                </a:solidFill>
              </a:rPr>
              <a:t>за внимание!!</a:t>
            </a:r>
          </a:p>
        </p:txBody>
      </p:sp>
      <p:grpSp>
        <p:nvGrpSpPr>
          <p:cNvPr id="20" name="Группа 19" descr="Сгруппированный текст названия и инициалов компании">
            <a:extLst>
              <a:ext uri="{FF2B5EF4-FFF2-40B4-BE49-F238E27FC236}">
                <a16:creationId xmlns:a16="http://schemas.microsoft.com/office/drawing/2014/main" id="{82C4EAC6-3E04-4614-86BA-A23C851754D9}"/>
              </a:ext>
            </a:extLst>
          </p:cNvPr>
          <p:cNvGrpSpPr/>
          <p:nvPr/>
        </p:nvGrpSpPr>
        <p:grpSpPr>
          <a:xfrm>
            <a:off x="2955850" y="2855631"/>
            <a:ext cx="467309" cy="1118752"/>
            <a:chOff x="2955850" y="2902286"/>
            <a:chExt cx="467309" cy="1118752"/>
          </a:xfrm>
        </p:grpSpPr>
        <p:sp>
          <p:nvSpPr>
            <p:cNvPr id="21" name="Надпись 20">
              <a:extLst>
                <a:ext uri="{FF2B5EF4-FFF2-40B4-BE49-F238E27FC236}">
                  <a16:creationId xmlns:a16="http://schemas.microsoft.com/office/drawing/2014/main" id="{A20626FA-81E3-4C45-BF2D-D52CF6D96238}"/>
                </a:ext>
              </a:extLst>
            </p:cNvPr>
            <p:cNvSpPr txBox="1"/>
            <p:nvPr/>
          </p:nvSpPr>
          <p:spPr>
            <a:xfrm>
              <a:off x="3238428" y="2902286"/>
              <a:ext cx="184731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rtl="0"/>
              <a:endParaRPr lang="ru-RU" sz="60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22" name="Надпись 21">
              <a:extLst>
                <a:ext uri="{FF2B5EF4-FFF2-40B4-BE49-F238E27FC236}">
                  <a16:creationId xmlns:a16="http://schemas.microsoft.com/office/drawing/2014/main" id="{D6E86452-6AEA-4380-9682-AB26317ADB62}"/>
                </a:ext>
              </a:extLst>
            </p:cNvPr>
            <p:cNvSpPr txBox="1"/>
            <p:nvPr/>
          </p:nvSpPr>
          <p:spPr>
            <a:xfrm>
              <a:off x="2955850" y="3713261"/>
              <a:ext cx="18473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rtl="0"/>
              <a:endParaRPr lang="ru-RU" sz="1400" dirty="0">
                <a:solidFill>
                  <a:schemeClr val="bg1"/>
                </a:solidFill>
                <a:cs typeface="Calibri Light" panose="020F0302020204030204" pitchFamily="34" charset="0"/>
              </a:endParaRPr>
            </a:p>
          </p:txBody>
        </p:sp>
      </p:grp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A74FCEF-2D3C-F4C3-4A49-5D94B4562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265" y="4337555"/>
            <a:ext cx="447737" cy="80021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7DE2BFD-71BF-44FD-12D8-E783BA063A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8475" y="4283223"/>
            <a:ext cx="381053" cy="55252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187BD85-03C1-58DC-5210-C2E041D526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5133" y="3469128"/>
            <a:ext cx="342948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955757"/>
      </p:ext>
    </p:extLst>
  </p:cSld>
  <p:clrMapOvr>
    <a:masterClrMapping/>
  </p:clrMapOvr>
</p:sld>
</file>

<file path=ppt/theme/theme1.xml><?xml version="1.0" encoding="utf-8"?>
<a:theme xmlns:a="http://schemas.openxmlformats.org/drawingml/2006/main" name="Капля">
  <a:themeElements>
    <a:clrScheme name="Капля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Капля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апля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10" ma:contentTypeDescription="Create a new document." ma:contentTypeScope="" ma:versionID="e3b47856d4cf355c0dacb39e1084d14f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845a615265fdb1f7b12cc65ac20ecbd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  <xsd:element ref="ns2:MediaServiceAuto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74D15D6-87BC-477C-8E91-9F90829C2FC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D19A80A7-0DD1-4CF4-ABD5-362A6549C5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79AA90D-A39D-4F83-B1BD-92099B1CAD0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TM04033925[[fn=Капля]]</Template>
  <TotalTime>5910</TotalTime>
  <Words>378</Words>
  <Application>Microsoft Office PowerPoint</Application>
  <PresentationFormat>Широкоэкранный</PresentationFormat>
  <Paragraphs>85</Paragraphs>
  <Slides>7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9" baseType="lpstr">
      <vt:lpstr>Arial</vt:lpstr>
      <vt:lpstr>Arial Black</vt:lpstr>
      <vt:lpstr>Calibri</vt:lpstr>
      <vt:lpstr>Calibri Light</vt:lpstr>
      <vt:lpstr>Californian FB</vt:lpstr>
      <vt:lpstr>Geologica</vt:lpstr>
      <vt:lpstr>Geologica Light</vt:lpstr>
      <vt:lpstr>Neue Haas Grotesk Text Pro</vt:lpstr>
      <vt:lpstr>Noto Sans</vt:lpstr>
      <vt:lpstr>Times New Roman</vt:lpstr>
      <vt:lpstr>Tw Cen MT</vt:lpstr>
      <vt:lpstr>Капля</vt:lpstr>
      <vt:lpstr> проектная работа демонстрация шифра ГОСТ 28147-89 </vt:lpstr>
      <vt:lpstr>Цель</vt:lpstr>
      <vt:lpstr>Аналоги программы</vt:lpstr>
      <vt:lpstr>Тестирование приложения</vt:lpstr>
      <vt:lpstr> </vt:lpstr>
      <vt:lpstr>Презентация PowerPoint</vt:lpstr>
      <vt:lpstr>Спасибо за внимание!!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Милана Кухальская</dc:creator>
  <cp:lastModifiedBy>Милана Кухальская</cp:lastModifiedBy>
  <cp:revision>9</cp:revision>
  <dcterms:created xsi:type="dcterms:W3CDTF">2023-07-05T10:06:49Z</dcterms:created>
  <dcterms:modified xsi:type="dcterms:W3CDTF">2026-10-19T15:32:39Z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0x010100DEEA25CC0A0AC24199CDC46C25B8B0BC</vt:lpwstr>
  </property>
</Properties>
</file>